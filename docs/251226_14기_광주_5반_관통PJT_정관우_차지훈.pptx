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DFC611-F5B1-4020-B669-01B45F5AE7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7ABB7-C06B-428A-8D39-04C1879168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F3D6D4-24FC-48C4-B134-8822FFD2F8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7CC9D12-1CA5-4B9F-B618-D449C511DD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0303F1B-51C0-4E19-AC8D-2502AE9FA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C70CB35-BE7E-486E-89CA-BF954724B7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2F72BFD-07CC-47A2-B578-44BDB40089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0F34C95-32A9-4685-AA6E-6C3E104FE3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A116BEF-7A48-449D-AB00-CFDE58A96C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BDBAFB5-E0AD-4A86-B2E6-E287B3DB85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0F83DF7-0464-484D-BEC4-83BEDC8DD0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86D71C-313A-4360-84A1-16D83EA823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C83B9A-E995-4CAA-864F-8E9C33FF9C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3EBD72-77E2-4F16-8F69-CE8838DB1D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DAD420-A310-485B-BCDD-D80E0BF454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C46A37-76AE-4540-9AE2-41C5373D88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9F2E4E-B994-4EA3-B5DE-749575A76D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F612E1-6113-4D5E-8DAD-1780EF865B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002382-B187-41A3-AE21-03ED082674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16244C-7F8B-4721-A1D7-8D5A3FA5D9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88BB86-6698-4DF3-81AB-F27C1AFB8A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47C448-C9FD-42A1-8CF6-79E50077A3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19.png"/><Relationship Id="rId10" Type="http://schemas.openxmlformats.org/officeDocument/2006/relationships/image" Target="../media/image22.png"/><Relationship Id="rId11" Type="http://schemas.openxmlformats.org/officeDocument/2006/relationships/image" Target="../media/image19.png"/><Relationship Id="rId12" Type="http://schemas.openxmlformats.org/officeDocument/2006/relationships/image" Target="../media/image19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3.png"/><Relationship Id="rId19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6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25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7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51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52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2752200" y="4501800"/>
            <a:ext cx="127832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999"/>
              </a:lnSpc>
            </a:pPr>
            <a:r>
              <a:rPr b="1" lang="ko-KR" sz="5000" spc="-100" strike="noStrike">
                <a:solidFill>
                  <a:srgbClr val="000000"/>
                </a:solidFill>
                <a:latin typeface="맑은 고딕"/>
                <a:ea typeface="맑은 고딕"/>
              </a:rPr>
              <a:t>여행에서 또 다른 즐거움을 챙겨보세요 </a:t>
            </a:r>
            <a:endParaRPr b="0" lang="en-US" sz="5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4885200" y="6576120"/>
            <a:ext cx="85165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98"/>
              </a:lnSpc>
            </a:pP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광주 </a:t>
            </a:r>
            <a:r>
              <a:rPr b="1" lang="en-US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5</a:t>
            </a: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반 </a:t>
            </a:r>
            <a:r>
              <a:rPr b="1" lang="en-US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3</a:t>
            </a: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팀 정관우</a:t>
            </a:r>
            <a:endParaRPr b="0" lang="en-US" sz="25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3498"/>
              </a:lnSpc>
            </a:pP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광주 </a:t>
            </a:r>
            <a:r>
              <a:rPr b="1" lang="en-US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5</a:t>
            </a: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반 </a:t>
            </a:r>
            <a:r>
              <a:rPr b="1" lang="en-US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3</a:t>
            </a:r>
            <a:r>
              <a:rPr b="1" lang="ko-KR" sz="25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팀 차지훈</a:t>
            </a:r>
            <a:endParaRPr b="0" lang="en-US" sz="25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55" name="Group 7"/>
          <p:cNvGrpSpPr/>
          <p:nvPr/>
        </p:nvGrpSpPr>
        <p:grpSpPr>
          <a:xfrm>
            <a:off x="5939280" y="3591000"/>
            <a:ext cx="6408720" cy="1170720"/>
            <a:chOff x="5939280" y="3591000"/>
            <a:chExt cx="6408720" cy="1170720"/>
          </a:xfrm>
        </p:grpSpPr>
        <p:sp>
          <p:nvSpPr>
            <p:cNvPr id="56" name="Freeform 8"/>
            <p:cNvSpPr/>
            <p:nvPr/>
          </p:nvSpPr>
          <p:spPr>
            <a:xfrm>
              <a:off x="5939280" y="3591000"/>
              <a:ext cx="6408720" cy="1170720"/>
            </a:xfrm>
            <a:custGeom>
              <a:avLst/>
              <a:gdLst>
                <a:gd name="textAreaLeft" fmla="*/ 0 w 6408720"/>
                <a:gd name="textAreaRight" fmla="*/ 6409440 w 6408720"/>
                <a:gd name="textAreaTop" fmla="*/ 0 h 1170720"/>
                <a:gd name="textAreaBottom" fmla="*/ 1171440 h 1170720"/>
              </a:gdLst>
              <a:ahLst/>
              <a:rect l="textAreaLeft" t="textAreaTop" r="textAreaRight" b="textAreaBottom"/>
              <a:pathLst>
                <a:path w="8546084" h="1561846">
                  <a:moveTo>
                    <a:pt x="0" y="0"/>
                  </a:moveTo>
                  <a:lnTo>
                    <a:pt x="8546084" y="0"/>
                  </a:lnTo>
                  <a:lnTo>
                    <a:pt x="8546084" y="1561846"/>
                  </a:lnTo>
                  <a:lnTo>
                    <a:pt x="0" y="156184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57" name=""/>
          <p:cNvSpPr txBox="1"/>
          <p:nvPr/>
        </p:nvSpPr>
        <p:spPr>
          <a:xfrm>
            <a:off x="3960000" y="1620000"/>
            <a:ext cx="1807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2"/>
          <p:cNvGrpSpPr/>
          <p:nvPr/>
        </p:nvGrpSpPr>
        <p:grpSpPr>
          <a:xfrm>
            <a:off x="1249560" y="7079760"/>
            <a:ext cx="16229880" cy="2832480"/>
            <a:chOff x="1249560" y="7079760"/>
            <a:chExt cx="16229880" cy="2832480"/>
          </a:xfrm>
        </p:grpSpPr>
        <p:sp>
          <p:nvSpPr>
            <p:cNvPr id="59" name="Freeform 3"/>
            <p:cNvSpPr/>
            <p:nvPr/>
          </p:nvSpPr>
          <p:spPr>
            <a:xfrm>
              <a:off x="1249560" y="707976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60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3358800" y="5029560"/>
            <a:ext cx="32914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20"/>
              </a:lnSpc>
            </a:pPr>
            <a:r>
              <a:rPr b="1" lang="ko-KR" sz="2800" spc="-55" strike="noStrike">
                <a:solidFill>
                  <a:srgbClr val="2d2d2d"/>
                </a:solidFill>
                <a:latin typeface="맑은 고딕"/>
                <a:ea typeface="맑은 고딕"/>
              </a:rPr>
              <a:t>프로젝트</a:t>
            </a:r>
            <a:r>
              <a:rPr b="1" lang="en-US" sz="2800" spc="-55" strike="noStrike">
                <a:solidFill>
                  <a:srgbClr val="2d2d2d"/>
                </a:solidFill>
                <a:latin typeface="각진펜 Bold"/>
                <a:ea typeface="각진펜 Bold"/>
              </a:rPr>
              <a:t> </a:t>
            </a:r>
            <a:r>
              <a:rPr b="1" lang="ko-KR" sz="2800" spc="-55" strike="noStrike">
                <a:solidFill>
                  <a:srgbClr val="2d2d2d"/>
                </a:solidFill>
                <a:latin typeface="맑은 고딕"/>
                <a:ea typeface="맑은 고딕"/>
              </a:rPr>
              <a:t>개요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4314240" y="4566600"/>
            <a:ext cx="13806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781"/>
              </a:lnSpc>
            </a:pPr>
            <a:r>
              <a:rPr b="1" lang="en-US" sz="3000" spc="-1" strike="noStrike">
                <a:solidFill>
                  <a:srgbClr val="004aad"/>
                </a:solidFill>
                <a:latin typeface="Gotham Bold"/>
                <a:ea typeface="Gotham Bold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8454240" y="4566600"/>
            <a:ext cx="13806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781"/>
              </a:lnSpc>
            </a:pPr>
            <a:r>
              <a:rPr b="1" lang="en-US" sz="3000" spc="-1" strike="noStrike">
                <a:solidFill>
                  <a:srgbClr val="004aad"/>
                </a:solidFill>
                <a:latin typeface="Gotham Bold"/>
                <a:ea typeface="Gotham Bold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12592080" y="4566600"/>
            <a:ext cx="13806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781"/>
              </a:lnSpc>
            </a:pPr>
            <a:r>
              <a:rPr b="1" lang="en-US" sz="3000" spc="-1" strike="noStrike">
                <a:solidFill>
                  <a:srgbClr val="004aad"/>
                </a:solidFill>
                <a:latin typeface="Gotham Bold"/>
                <a:ea typeface="Gotham Bold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7498800" y="5029560"/>
            <a:ext cx="32914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20"/>
              </a:lnSpc>
            </a:pPr>
            <a:r>
              <a:rPr b="1" lang="ko-KR" sz="2800" spc="-55" strike="noStrike">
                <a:solidFill>
                  <a:srgbClr val="2d2d2d"/>
                </a:solidFill>
                <a:latin typeface="맑은 고딕"/>
                <a:ea typeface="맑은 고딕"/>
              </a:rPr>
              <a:t>서비스 주요 기능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11637000" y="5029560"/>
            <a:ext cx="32914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20"/>
              </a:lnSpc>
            </a:pPr>
            <a:r>
              <a:rPr b="1" lang="ko-KR" sz="2800" spc="-55" strike="noStrike">
                <a:solidFill>
                  <a:srgbClr val="2d2d2d"/>
                </a:solidFill>
                <a:latin typeface="맑은 고딕"/>
                <a:ea typeface="맑은 고딕"/>
              </a:rPr>
              <a:t>서비스 시연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7" name="Freeform 11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4885200" y="1306800"/>
            <a:ext cx="8516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299"/>
              </a:lnSpc>
            </a:pPr>
            <a:r>
              <a:rPr b="1" lang="ko-KR" sz="4500" spc="-89" strike="noStrike">
                <a:solidFill>
                  <a:srgbClr val="000000"/>
                </a:solidFill>
                <a:latin typeface="맑은 고딕"/>
                <a:ea typeface="맑은 고딕"/>
              </a:rPr>
              <a:t>목차</a:t>
            </a:r>
            <a:endParaRPr b="0" lang="en-US" sz="45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7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7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2" name="Freeform 5"/>
          <p:cNvSpPr/>
          <p:nvPr/>
        </p:nvSpPr>
        <p:spPr>
          <a:xfrm>
            <a:off x="2385360" y="2779200"/>
            <a:ext cx="13516200" cy="4637520"/>
          </a:xfrm>
          <a:custGeom>
            <a:avLst/>
            <a:gdLst>
              <a:gd name="textAreaLeft" fmla="*/ 0 w 13516200"/>
              <a:gd name="textAreaRight" fmla="*/ 13516920 w 13516200"/>
              <a:gd name="textAreaTop" fmla="*/ 0 h 4637520"/>
              <a:gd name="textAreaBottom" fmla="*/ 4638240 h 4637520"/>
            </a:gdLst>
            <a:ahLst/>
            <a:rect l="textAreaLeft" t="textAreaTop" r="textAreaRight" b="textAreaBottom"/>
            <a:pathLst>
              <a:path w="13516937" h="4638332">
                <a:moveTo>
                  <a:pt x="0" y="0"/>
                </a:moveTo>
                <a:lnTo>
                  <a:pt x="13516937" y="0"/>
                </a:lnTo>
                <a:lnTo>
                  <a:pt x="13516937" y="4638332"/>
                </a:lnTo>
                <a:lnTo>
                  <a:pt x="0" y="46383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885200" y="4636440"/>
            <a:ext cx="851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프로젝트 개요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75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76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77" name="Group 5"/>
          <p:cNvGrpSpPr/>
          <p:nvPr/>
        </p:nvGrpSpPr>
        <p:grpSpPr>
          <a:xfrm>
            <a:off x="11836440" y="5036040"/>
            <a:ext cx="1754640" cy="2731320"/>
            <a:chOff x="11836440" y="5036040"/>
            <a:chExt cx="1754640" cy="2731320"/>
          </a:xfrm>
        </p:grpSpPr>
        <p:sp>
          <p:nvSpPr>
            <p:cNvPr id="78" name="Freeform 6"/>
            <p:cNvSpPr/>
            <p:nvPr/>
          </p:nvSpPr>
          <p:spPr>
            <a:xfrm>
              <a:off x="11836440" y="5036040"/>
              <a:ext cx="1754640" cy="2731320"/>
            </a:xfrm>
            <a:custGeom>
              <a:avLst/>
              <a:gdLst>
                <a:gd name="textAreaLeft" fmla="*/ 0 w 1754640"/>
                <a:gd name="textAreaRight" fmla="*/ 1755360 w 1754640"/>
                <a:gd name="textAreaTop" fmla="*/ 0 h 2731320"/>
                <a:gd name="textAreaBottom" fmla="*/ 2732040 h 2731320"/>
              </a:gdLst>
              <a:ahLst/>
              <a:rect l="textAreaLeft" t="textAreaTop" r="textAreaRight" b="textAreaBottom"/>
              <a:pathLst>
                <a:path w="2340356" h="3642614">
                  <a:moveTo>
                    <a:pt x="0" y="0"/>
                  </a:moveTo>
                  <a:lnTo>
                    <a:pt x="2340356" y="0"/>
                  </a:lnTo>
                  <a:lnTo>
                    <a:pt x="2340356" y="3642614"/>
                  </a:lnTo>
                  <a:lnTo>
                    <a:pt x="0" y="364261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79" name="Freeform 7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80" name="Group 8"/>
          <p:cNvGrpSpPr/>
          <p:nvPr/>
        </p:nvGrpSpPr>
        <p:grpSpPr>
          <a:xfrm>
            <a:off x="8519400" y="5617440"/>
            <a:ext cx="811800" cy="1760760"/>
            <a:chOff x="8519400" y="5617440"/>
            <a:chExt cx="811800" cy="1760760"/>
          </a:xfrm>
        </p:grpSpPr>
        <p:sp>
          <p:nvSpPr>
            <p:cNvPr id="81" name="Freeform 9"/>
            <p:cNvSpPr/>
            <p:nvPr/>
          </p:nvSpPr>
          <p:spPr>
            <a:xfrm>
              <a:off x="8519400" y="5617440"/>
              <a:ext cx="811800" cy="1760760"/>
            </a:xfrm>
            <a:custGeom>
              <a:avLst/>
              <a:gdLst>
                <a:gd name="textAreaLeft" fmla="*/ 0 w 811800"/>
                <a:gd name="textAreaRight" fmla="*/ 812520 w 811800"/>
                <a:gd name="textAreaTop" fmla="*/ 0 h 1760760"/>
                <a:gd name="textAreaBottom" fmla="*/ 1761480 h 1760760"/>
              </a:gdLst>
              <a:ahLst/>
              <a:rect l="textAreaLeft" t="textAreaTop" r="textAreaRight" b="textAreaBottom"/>
              <a:pathLst>
                <a:path w="1083437" h="2348865">
                  <a:moveTo>
                    <a:pt x="0" y="0"/>
                  </a:moveTo>
                  <a:lnTo>
                    <a:pt x="1083437" y="0"/>
                  </a:lnTo>
                  <a:lnTo>
                    <a:pt x="1083437" y="2348865"/>
                  </a:lnTo>
                  <a:lnTo>
                    <a:pt x="0" y="234886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82" name="Group 10"/>
          <p:cNvGrpSpPr/>
          <p:nvPr/>
        </p:nvGrpSpPr>
        <p:grpSpPr>
          <a:xfrm>
            <a:off x="4386240" y="5143680"/>
            <a:ext cx="1630800" cy="2538360"/>
            <a:chOff x="4386240" y="5143680"/>
            <a:chExt cx="1630800" cy="2538360"/>
          </a:xfrm>
        </p:grpSpPr>
        <p:sp>
          <p:nvSpPr>
            <p:cNvPr id="83" name="Freeform 11"/>
            <p:cNvSpPr/>
            <p:nvPr/>
          </p:nvSpPr>
          <p:spPr>
            <a:xfrm>
              <a:off x="4386240" y="5143680"/>
              <a:ext cx="1630800" cy="2538360"/>
            </a:xfrm>
            <a:custGeom>
              <a:avLst/>
              <a:gdLst>
                <a:gd name="textAreaLeft" fmla="*/ 0 w 1630800"/>
                <a:gd name="textAreaRight" fmla="*/ 1631520 w 1630800"/>
                <a:gd name="textAreaTop" fmla="*/ 0 h 2538360"/>
                <a:gd name="textAreaBottom" fmla="*/ 2539080 h 2538360"/>
              </a:gdLst>
              <a:ahLst/>
              <a:rect l="textAreaLeft" t="textAreaTop" r="textAreaRight" b="textAreaBottom"/>
              <a:pathLst>
                <a:path w="2175256" h="3385566">
                  <a:moveTo>
                    <a:pt x="0" y="0"/>
                  </a:moveTo>
                  <a:lnTo>
                    <a:pt x="2175256" y="0"/>
                  </a:lnTo>
                  <a:lnTo>
                    <a:pt x="2175256" y="3385566"/>
                  </a:lnTo>
                  <a:lnTo>
                    <a:pt x="0" y="338556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84" name="Freeform 12"/>
          <p:cNvSpPr/>
          <p:nvPr/>
        </p:nvSpPr>
        <p:spPr>
          <a:xfrm>
            <a:off x="11101320" y="3868920"/>
            <a:ext cx="3147840" cy="1821600"/>
          </a:xfrm>
          <a:custGeom>
            <a:avLst/>
            <a:gdLst>
              <a:gd name="textAreaLeft" fmla="*/ 0 w 3147840"/>
              <a:gd name="textAreaRight" fmla="*/ 3148560 w 3147840"/>
              <a:gd name="textAreaTop" fmla="*/ 0 h 1821600"/>
              <a:gd name="textAreaBottom" fmla="*/ 1822320 h 1821600"/>
            </a:gdLst>
            <a:ahLst/>
            <a:rect l="textAreaLeft" t="textAreaTop" r="textAreaRight" b="textAreaBottom"/>
            <a:pathLst>
              <a:path w="3148622" h="1822266">
                <a:moveTo>
                  <a:pt x="0" y="0"/>
                </a:moveTo>
                <a:lnTo>
                  <a:pt x="3148623" y="0"/>
                </a:lnTo>
                <a:lnTo>
                  <a:pt x="3148623" y="1822265"/>
                </a:lnTo>
                <a:lnTo>
                  <a:pt x="0" y="18222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Freeform 13"/>
          <p:cNvSpPr/>
          <p:nvPr/>
        </p:nvSpPr>
        <p:spPr>
          <a:xfrm>
            <a:off x="3592800" y="3934080"/>
            <a:ext cx="3147840" cy="1821600"/>
          </a:xfrm>
          <a:custGeom>
            <a:avLst/>
            <a:gdLst>
              <a:gd name="textAreaLeft" fmla="*/ 0 w 3147840"/>
              <a:gd name="textAreaRight" fmla="*/ 3148560 w 3147840"/>
              <a:gd name="textAreaTop" fmla="*/ 0 h 1821600"/>
              <a:gd name="textAreaBottom" fmla="*/ 1822320 h 1821600"/>
            </a:gdLst>
            <a:ahLst/>
            <a:rect l="textAreaLeft" t="textAreaTop" r="textAreaRight" b="textAreaBottom"/>
            <a:pathLst>
              <a:path w="3148622" h="1822266">
                <a:moveTo>
                  <a:pt x="0" y="0"/>
                </a:moveTo>
                <a:lnTo>
                  <a:pt x="3148622" y="0"/>
                </a:lnTo>
                <a:lnTo>
                  <a:pt x="3148622" y="1822266"/>
                </a:lnTo>
                <a:lnTo>
                  <a:pt x="0" y="18222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Freeform 14"/>
          <p:cNvSpPr/>
          <p:nvPr/>
        </p:nvSpPr>
        <p:spPr>
          <a:xfrm flipH="1">
            <a:off x="7350480" y="3934080"/>
            <a:ext cx="3268800" cy="2185560"/>
          </a:xfrm>
          <a:custGeom>
            <a:avLst/>
            <a:gdLst>
              <a:gd name="textAreaLeft" fmla="*/ -360 w 3268800"/>
              <a:gd name="textAreaRight" fmla="*/ 3269160 w 3268800"/>
              <a:gd name="textAreaTop" fmla="*/ 0 h 2185560"/>
              <a:gd name="textAreaBottom" fmla="*/ 2186280 h 2185560"/>
            </a:gdLst>
            <a:ahLst/>
            <a:rect l="textAreaLeft" t="textAreaTop" r="textAreaRight" b="textAreaBottom"/>
            <a:pathLst>
              <a:path w="3148622" h="1822266">
                <a:moveTo>
                  <a:pt x="3148622" y="0"/>
                </a:moveTo>
                <a:lnTo>
                  <a:pt x="0" y="0"/>
                </a:lnTo>
                <a:lnTo>
                  <a:pt x="0" y="1822266"/>
                </a:lnTo>
                <a:lnTo>
                  <a:pt x="3148622" y="1822266"/>
                </a:lnTo>
                <a:lnTo>
                  <a:pt x="3148622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4885200" y="1460880"/>
            <a:ext cx="8516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ko-KR" sz="4000" spc="-80" strike="noStrike">
                <a:solidFill>
                  <a:srgbClr val="000000"/>
                </a:solidFill>
                <a:latin typeface="맑은 고딕"/>
                <a:ea typeface="맑은 고딕"/>
              </a:rPr>
              <a:t>프로젝트 개요</a:t>
            </a:r>
            <a:endParaRPr b="0" lang="en-US" sz="4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7350840" y="4366440"/>
            <a:ext cx="307152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여행갈때 챙겨가는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보드게임 같이 미니게임을 하는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웹사이트가 있으면 좋겠다 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!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9" name="TextBox 17"/>
          <p:cNvSpPr/>
          <p:nvPr/>
        </p:nvSpPr>
        <p:spPr>
          <a:xfrm>
            <a:off x="3592800" y="437184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여행에서 또다른 즐거움을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느낄 수 없을까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0" name="TextBox 18"/>
          <p:cNvSpPr/>
          <p:nvPr/>
        </p:nvSpPr>
        <p:spPr>
          <a:xfrm>
            <a:off x="11178000" y="430848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여행에서 또다른 즐거움이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생겨서 좋아 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!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Freeform 19"/>
          <p:cNvSpPr/>
          <p:nvPr/>
        </p:nvSpPr>
        <p:spPr>
          <a:xfrm>
            <a:off x="4260600" y="7210440"/>
            <a:ext cx="121320" cy="123120"/>
          </a:xfrm>
          <a:custGeom>
            <a:avLst/>
            <a:gdLst>
              <a:gd name="textAreaLeft" fmla="*/ 0 w 121320"/>
              <a:gd name="textAreaRight" fmla="*/ 122040 w 121320"/>
              <a:gd name="textAreaTop" fmla="*/ 0 h 123120"/>
              <a:gd name="textAreaBottom" fmla="*/ 123840 h 123120"/>
            </a:gdLst>
            <a:ahLst/>
            <a:rect l="textAreaLeft" t="textAreaTop" r="textAreaRight" b="textAreaBottom"/>
            <a:pathLst>
              <a:path w="121920" h="123764">
                <a:moveTo>
                  <a:pt x="0" y="0"/>
                </a:moveTo>
                <a:lnTo>
                  <a:pt x="121921" y="0"/>
                </a:lnTo>
                <a:lnTo>
                  <a:pt x="121921" y="123765"/>
                </a:lnTo>
                <a:lnTo>
                  <a:pt x="0" y="1237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93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94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5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96" name="Group 6"/>
          <p:cNvGrpSpPr/>
          <p:nvPr/>
        </p:nvGrpSpPr>
        <p:grpSpPr>
          <a:xfrm>
            <a:off x="2005200" y="3332880"/>
            <a:ext cx="4965480" cy="5156280"/>
            <a:chOff x="2005200" y="3332880"/>
            <a:chExt cx="4965480" cy="5156280"/>
          </a:xfrm>
        </p:grpSpPr>
        <p:sp>
          <p:nvSpPr>
            <p:cNvPr id="97" name="Freeform 7"/>
            <p:cNvSpPr/>
            <p:nvPr/>
          </p:nvSpPr>
          <p:spPr>
            <a:xfrm>
              <a:off x="2005200" y="3332880"/>
              <a:ext cx="4965480" cy="5156280"/>
            </a:xfrm>
            <a:custGeom>
              <a:avLst/>
              <a:gdLst>
                <a:gd name="textAreaLeft" fmla="*/ 0 w 4965480"/>
                <a:gd name="textAreaRight" fmla="*/ 4966200 w 4965480"/>
                <a:gd name="textAreaTop" fmla="*/ 0 h 5156280"/>
                <a:gd name="textAreaBottom" fmla="*/ 5157000 h 5156280"/>
              </a:gdLst>
              <a:ahLst/>
              <a:rect l="textAreaLeft" t="textAreaTop" r="textAreaRight" b="textAreaBottom"/>
              <a:pathLst>
                <a:path w="6621399" h="6876034">
                  <a:moveTo>
                    <a:pt x="0" y="0"/>
                  </a:moveTo>
                  <a:lnTo>
                    <a:pt x="6621399" y="0"/>
                  </a:lnTo>
                  <a:lnTo>
                    <a:pt x="6621399" y="6876034"/>
                  </a:lnTo>
                  <a:lnTo>
                    <a:pt x="0" y="6876034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98" name="Freeform 8"/>
          <p:cNvSpPr/>
          <p:nvPr/>
        </p:nvSpPr>
        <p:spPr>
          <a:xfrm>
            <a:off x="7572240" y="3708000"/>
            <a:ext cx="9186480" cy="4406040"/>
          </a:xfrm>
          <a:custGeom>
            <a:avLst/>
            <a:gdLst>
              <a:gd name="textAreaLeft" fmla="*/ 0 w 9186480"/>
              <a:gd name="textAreaRight" fmla="*/ 9187200 w 9186480"/>
              <a:gd name="textAreaTop" fmla="*/ 0 h 4406040"/>
              <a:gd name="textAreaBottom" fmla="*/ 4406760 h 4406040"/>
            </a:gdLst>
            <a:ahLst/>
            <a:rect l="textAreaLeft" t="textAreaTop" r="textAreaRight" b="textAreaBottom"/>
            <a:pathLst>
              <a:path w="9187325" h="4406822">
                <a:moveTo>
                  <a:pt x="0" y="0"/>
                </a:moveTo>
                <a:lnTo>
                  <a:pt x="9187325" y="0"/>
                </a:lnTo>
                <a:lnTo>
                  <a:pt x="9187325" y="4406821"/>
                </a:lnTo>
                <a:lnTo>
                  <a:pt x="0" y="44068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4885200" y="1460880"/>
            <a:ext cx="8516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ko-KR" sz="4000" spc="-80" strike="noStrike">
                <a:solidFill>
                  <a:srgbClr val="000000"/>
                </a:solidFill>
                <a:latin typeface="맑은 고딕"/>
                <a:ea typeface="맑은 고딕"/>
              </a:rPr>
              <a:t>페르소나 소개</a:t>
            </a:r>
            <a:endParaRPr b="0" lang="en-US" sz="4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01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02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3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04" name="Group 6"/>
          <p:cNvGrpSpPr/>
          <p:nvPr/>
        </p:nvGrpSpPr>
        <p:grpSpPr>
          <a:xfrm>
            <a:off x="1823400" y="3641760"/>
            <a:ext cx="6622560" cy="5007240"/>
            <a:chOff x="1823400" y="3641760"/>
            <a:chExt cx="6622560" cy="5007240"/>
          </a:xfrm>
        </p:grpSpPr>
        <p:sp>
          <p:nvSpPr>
            <p:cNvPr id="105" name="Freeform 7"/>
            <p:cNvSpPr/>
            <p:nvPr/>
          </p:nvSpPr>
          <p:spPr>
            <a:xfrm>
              <a:off x="1823400" y="3641760"/>
              <a:ext cx="6622560" cy="5007240"/>
            </a:xfrm>
            <a:custGeom>
              <a:avLst/>
              <a:gdLst>
                <a:gd name="textAreaLeft" fmla="*/ 0 w 6622560"/>
                <a:gd name="textAreaRight" fmla="*/ 6623280 w 6622560"/>
                <a:gd name="textAreaTop" fmla="*/ 0 h 5007240"/>
                <a:gd name="textAreaBottom" fmla="*/ 5007960 h 5007240"/>
              </a:gdLst>
              <a:ahLst/>
              <a:rect l="textAreaLeft" t="textAreaTop" r="textAreaRight" b="textAreaBottom"/>
              <a:pathLst>
                <a:path w="8830818" h="6677406">
                  <a:moveTo>
                    <a:pt x="0" y="0"/>
                  </a:moveTo>
                  <a:lnTo>
                    <a:pt x="8830818" y="0"/>
                  </a:lnTo>
                  <a:lnTo>
                    <a:pt x="8830818" y="6677406"/>
                  </a:lnTo>
                  <a:lnTo>
                    <a:pt x="0" y="6677406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06" name="TextBox 8"/>
          <p:cNvSpPr/>
          <p:nvPr/>
        </p:nvSpPr>
        <p:spPr>
          <a:xfrm>
            <a:off x="9144000" y="4634280"/>
            <a:ext cx="7330680" cy="22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18"/>
              </a:lnSpc>
            </a:pPr>
            <a:r>
              <a:rPr b="1" lang="en-US" sz="2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b="1" lang="ko-KR" sz="2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여행의 설렘에 게임의 재미를 더하다</a:t>
            </a:r>
            <a:r>
              <a:rPr b="1" lang="en-US" sz="2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endParaRPr b="0" lang="en-US" sz="2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ts val="3518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ts val="3518"/>
              </a:lnSpc>
            </a:pPr>
            <a:r>
              <a:rPr b="1" lang="ko-KR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여행의 모든 발걸음을 기록하고</a:t>
            </a:r>
            <a:r>
              <a:rPr b="1" lang="en-US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endParaRPr b="0" lang="en-US" sz="2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ts val="3518"/>
              </a:lnSpc>
            </a:pPr>
            <a:r>
              <a:rPr b="1" lang="ko-KR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게임처럼 즐기고 싶은 여행자를 위한 </a:t>
            </a:r>
            <a:endParaRPr b="0" lang="en-US" sz="2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ts val="3518"/>
              </a:lnSpc>
            </a:pPr>
            <a:r>
              <a:rPr b="1" lang="ko-KR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게임화</a:t>
            </a:r>
            <a:r>
              <a:rPr b="1" lang="en-US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(Gamification) </a:t>
            </a:r>
            <a:r>
              <a:rPr b="1" lang="ko-KR" sz="2200" spc="-66" strike="noStrike">
                <a:solidFill>
                  <a:srgbClr val="000000"/>
                </a:solidFill>
                <a:latin typeface="맑은 고딕"/>
                <a:ea typeface="맑은 고딕"/>
              </a:rPr>
              <a:t>기반 여행 서비스</a:t>
            </a:r>
            <a:endParaRPr b="0" lang="en-US" sz="2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4885200" y="1460880"/>
            <a:ext cx="8516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ko-KR" sz="4000" spc="-80" strike="noStrike">
                <a:solidFill>
                  <a:srgbClr val="000000"/>
                </a:solidFill>
                <a:latin typeface="맑은 고딕"/>
                <a:ea typeface="맑은 고딕"/>
              </a:rPr>
              <a:t>프로젝트 소개</a:t>
            </a:r>
            <a:endParaRPr b="0" lang="en-US" sz="4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Freeform 10"/>
          <p:cNvSpPr/>
          <p:nvPr/>
        </p:nvSpPr>
        <p:spPr>
          <a:xfrm>
            <a:off x="4921560" y="7844760"/>
            <a:ext cx="120240" cy="120240"/>
          </a:xfrm>
          <a:custGeom>
            <a:avLst/>
            <a:gdLst>
              <a:gd name="textAreaLeft" fmla="*/ 0 w 120240"/>
              <a:gd name="textAreaRight" fmla="*/ 120960 w 120240"/>
              <a:gd name="textAreaTop" fmla="*/ 0 h 120240"/>
              <a:gd name="textAreaBottom" fmla="*/ 120960 h 120240"/>
            </a:gdLst>
            <a:ahLst/>
            <a:rect l="textAreaLeft" t="textAreaTop" r="textAreaRight" b="textAreaBottom"/>
            <a:pathLst>
              <a:path w="121089" h="120975">
                <a:moveTo>
                  <a:pt x="0" y="0"/>
                </a:moveTo>
                <a:lnTo>
                  <a:pt x="121089" y="0"/>
                </a:lnTo>
                <a:lnTo>
                  <a:pt x="121089" y="120975"/>
                </a:lnTo>
                <a:lnTo>
                  <a:pt x="0" y="1209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807840" y="7274520"/>
            <a:ext cx="16671600" cy="2832480"/>
            <a:chOff x="807840" y="7274520"/>
            <a:chExt cx="16671600" cy="2832480"/>
          </a:xfrm>
        </p:grpSpPr>
        <p:sp>
          <p:nvSpPr>
            <p:cNvPr id="110" name="Freeform 3"/>
            <p:cNvSpPr/>
            <p:nvPr/>
          </p:nvSpPr>
          <p:spPr>
            <a:xfrm>
              <a:off x="807840" y="7274520"/>
              <a:ext cx="16671600" cy="2832480"/>
            </a:xfrm>
            <a:custGeom>
              <a:avLst/>
              <a:gdLst>
                <a:gd name="textAreaLeft" fmla="*/ 0 w 16671600"/>
                <a:gd name="textAreaRight" fmla="*/ 16672320 w 1667160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2229953" h="3777361">
                  <a:moveTo>
                    <a:pt x="0" y="0"/>
                  </a:moveTo>
                  <a:lnTo>
                    <a:pt x="22229953" y="0"/>
                  </a:lnTo>
                  <a:lnTo>
                    <a:pt x="22229953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1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2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3493440" y="2904120"/>
            <a:ext cx="11300400" cy="5918400"/>
            <a:chOff x="3493440" y="2904120"/>
            <a:chExt cx="11300400" cy="5918400"/>
          </a:xfrm>
        </p:grpSpPr>
        <p:sp>
          <p:nvSpPr>
            <p:cNvPr id="114" name="Freeform 7"/>
            <p:cNvSpPr/>
            <p:nvPr/>
          </p:nvSpPr>
          <p:spPr>
            <a:xfrm>
              <a:off x="3493440" y="2904120"/>
              <a:ext cx="11300400" cy="5918400"/>
            </a:xfrm>
            <a:custGeom>
              <a:avLst/>
              <a:gdLst>
                <a:gd name="textAreaLeft" fmla="*/ 0 w 11300400"/>
                <a:gd name="textAreaRight" fmla="*/ 11301120 w 11300400"/>
                <a:gd name="textAreaTop" fmla="*/ 0 h 5918400"/>
                <a:gd name="textAreaBottom" fmla="*/ 5919120 h 5918400"/>
              </a:gdLst>
              <a:ahLst/>
              <a:rect l="textAreaLeft" t="textAreaTop" r="textAreaRight" b="textAreaBottom"/>
              <a:pathLst>
                <a:path w="15068296" h="7892034">
                  <a:moveTo>
                    <a:pt x="0" y="0"/>
                  </a:moveTo>
                  <a:lnTo>
                    <a:pt x="15068296" y="0"/>
                  </a:lnTo>
                  <a:lnTo>
                    <a:pt x="15068296" y="7892034"/>
                  </a:lnTo>
                  <a:lnTo>
                    <a:pt x="0" y="789203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15" name="TextBox 8"/>
          <p:cNvSpPr/>
          <p:nvPr/>
        </p:nvSpPr>
        <p:spPr>
          <a:xfrm>
            <a:off x="4885200" y="1460880"/>
            <a:ext cx="8516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ko-KR" sz="4000" spc="-80" strike="noStrike">
                <a:solidFill>
                  <a:srgbClr val="000000"/>
                </a:solidFill>
                <a:latin typeface="맑은 고딕"/>
                <a:ea typeface="맑은 고딕"/>
              </a:rPr>
              <a:t>프로젝트 구조</a:t>
            </a:r>
            <a:endParaRPr b="0" lang="en-US" sz="4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17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18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Freeform 5"/>
          <p:cNvSpPr/>
          <p:nvPr/>
        </p:nvSpPr>
        <p:spPr>
          <a:xfrm>
            <a:off x="2385360" y="2779200"/>
            <a:ext cx="13516200" cy="4637520"/>
          </a:xfrm>
          <a:custGeom>
            <a:avLst/>
            <a:gdLst>
              <a:gd name="textAreaLeft" fmla="*/ 0 w 13516200"/>
              <a:gd name="textAreaRight" fmla="*/ 13516920 w 13516200"/>
              <a:gd name="textAreaTop" fmla="*/ 0 h 4637520"/>
              <a:gd name="textAreaBottom" fmla="*/ 4638240 h 4637520"/>
            </a:gdLst>
            <a:ahLst/>
            <a:rect l="textAreaLeft" t="textAreaTop" r="textAreaRight" b="textAreaBottom"/>
            <a:pathLst>
              <a:path w="13516937" h="4638332">
                <a:moveTo>
                  <a:pt x="0" y="0"/>
                </a:moveTo>
                <a:lnTo>
                  <a:pt x="13516937" y="0"/>
                </a:lnTo>
                <a:lnTo>
                  <a:pt x="13516937" y="4638332"/>
                </a:lnTo>
                <a:lnTo>
                  <a:pt x="0" y="46383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9612000" y="48240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21" name="Group 7"/>
          <p:cNvGrpSpPr/>
          <p:nvPr/>
        </p:nvGrpSpPr>
        <p:grpSpPr>
          <a:xfrm>
            <a:off x="6324480" y="4786560"/>
            <a:ext cx="3585240" cy="654480"/>
            <a:chOff x="6324480" y="4786560"/>
            <a:chExt cx="3585240" cy="654480"/>
          </a:xfrm>
        </p:grpSpPr>
        <p:sp>
          <p:nvSpPr>
            <p:cNvPr id="122" name="Freeform 8"/>
            <p:cNvSpPr/>
            <p:nvPr/>
          </p:nvSpPr>
          <p:spPr>
            <a:xfrm>
              <a:off x="6324480" y="47865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24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25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6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7" name="Freeform 6"/>
          <p:cNvSpPr/>
          <p:nvPr/>
        </p:nvSpPr>
        <p:spPr>
          <a:xfrm>
            <a:off x="6961680" y="3777480"/>
            <a:ext cx="4363920" cy="4363920"/>
          </a:xfrm>
          <a:custGeom>
            <a:avLst/>
            <a:gdLst>
              <a:gd name="textAreaLeft" fmla="*/ 0 w 4363920"/>
              <a:gd name="textAreaRight" fmla="*/ 4364640 w 4363920"/>
              <a:gd name="textAreaTop" fmla="*/ 0 h 4363920"/>
              <a:gd name="textAreaBottom" fmla="*/ 4364640 h 4363920"/>
            </a:gdLst>
            <a:ahLst/>
            <a:rect l="textAreaLeft" t="textAreaTop" r="textAreaRight" b="textAreaBottom"/>
            <a:pathLst>
              <a:path w="4364641" h="4364641">
                <a:moveTo>
                  <a:pt x="0" y="0"/>
                </a:moveTo>
                <a:lnTo>
                  <a:pt x="4364640" y="0"/>
                </a:lnTo>
                <a:lnTo>
                  <a:pt x="4364640" y="4364641"/>
                </a:lnTo>
                <a:lnTo>
                  <a:pt x="0" y="43646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8" name="Freeform 7"/>
          <p:cNvSpPr/>
          <p:nvPr/>
        </p:nvSpPr>
        <p:spPr>
          <a:xfrm>
            <a:off x="5846400" y="7343640"/>
            <a:ext cx="1713960" cy="4068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40680"/>
              <a:gd name="textAreaBottom" fmla="*/ 41400 h 40680"/>
            </a:gdLst>
            <a:ahLst/>
            <a:rect l="textAreaLeft" t="textAreaTop" r="textAreaRight" b="textAreaBottom"/>
            <a:pathLst>
              <a:path w="1714690" h="41338">
                <a:moveTo>
                  <a:pt x="0" y="0"/>
                </a:moveTo>
                <a:lnTo>
                  <a:pt x="1714690" y="0"/>
                </a:lnTo>
                <a:lnTo>
                  <a:pt x="1714690" y="41339"/>
                </a:lnTo>
                <a:lnTo>
                  <a:pt x="0" y="413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" bIns="-36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9" name="Freeform 8"/>
          <p:cNvSpPr/>
          <p:nvPr/>
        </p:nvSpPr>
        <p:spPr>
          <a:xfrm>
            <a:off x="2208600" y="6435000"/>
            <a:ext cx="3682440" cy="1775520"/>
          </a:xfrm>
          <a:custGeom>
            <a:avLst/>
            <a:gdLst>
              <a:gd name="textAreaLeft" fmla="*/ 0 w 3682440"/>
              <a:gd name="textAreaRight" fmla="*/ 3683160 w 3682440"/>
              <a:gd name="textAreaTop" fmla="*/ 0 h 1775520"/>
              <a:gd name="textAreaBottom" fmla="*/ 1776240 h 1775520"/>
            </a:gdLst>
            <a:ahLst/>
            <a:rect l="textAreaLeft" t="textAreaTop" r="textAreaRight" b="textAreaBottom"/>
            <a:pathLst>
              <a:path w="3683013" h="1776070">
                <a:moveTo>
                  <a:pt x="0" y="0"/>
                </a:moveTo>
                <a:lnTo>
                  <a:pt x="3683013" y="0"/>
                </a:lnTo>
                <a:lnTo>
                  <a:pt x="3683013" y="1776070"/>
                </a:lnTo>
                <a:lnTo>
                  <a:pt x="0" y="17760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0" name="Freeform 9"/>
          <p:cNvSpPr/>
          <p:nvPr/>
        </p:nvSpPr>
        <p:spPr>
          <a:xfrm>
            <a:off x="5846400" y="4783680"/>
            <a:ext cx="1555560" cy="40680"/>
          </a:xfrm>
          <a:custGeom>
            <a:avLst/>
            <a:gdLst>
              <a:gd name="textAreaLeft" fmla="*/ 0 w 1555560"/>
              <a:gd name="textAreaRight" fmla="*/ 1556280 w 1555560"/>
              <a:gd name="textAreaTop" fmla="*/ 0 h 40680"/>
              <a:gd name="textAreaBottom" fmla="*/ 41400 h 40680"/>
            </a:gdLst>
            <a:ahLst/>
            <a:rect l="textAreaLeft" t="textAreaTop" r="textAreaRight" b="textAreaBottom"/>
            <a:pathLst>
              <a:path w="1556289" h="41338">
                <a:moveTo>
                  <a:pt x="0" y="0"/>
                </a:moveTo>
                <a:lnTo>
                  <a:pt x="1556289" y="0"/>
                </a:lnTo>
                <a:lnTo>
                  <a:pt x="1556289" y="41338"/>
                </a:lnTo>
                <a:lnTo>
                  <a:pt x="0" y="413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" bIns="-36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7291440" y="5695920"/>
            <a:ext cx="3704040" cy="11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40"/>
              </a:lnSpc>
            </a:pPr>
            <a:r>
              <a:rPr b="0" lang="ko-KR" sz="21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여행지의 퀘스트를</a:t>
            </a:r>
            <a:endParaRPr b="0" lang="en-US" sz="21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940"/>
              </a:lnSpc>
            </a:pPr>
            <a:r>
              <a:rPr b="0" lang="ko-KR" sz="21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확인하고 성공하여</a:t>
            </a:r>
            <a:endParaRPr b="0" lang="en-US" sz="21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940"/>
              </a:lnSpc>
            </a:pPr>
            <a:r>
              <a:rPr b="0" lang="ko-KR" sz="21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코인을 얻을 수 있습니다</a:t>
            </a:r>
            <a:endParaRPr b="0" lang="en-US" sz="2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2" name="Freeform 11"/>
          <p:cNvSpPr/>
          <p:nvPr/>
        </p:nvSpPr>
        <p:spPr>
          <a:xfrm>
            <a:off x="10744560" y="7343640"/>
            <a:ext cx="1910520" cy="40680"/>
          </a:xfrm>
          <a:custGeom>
            <a:avLst/>
            <a:gdLst>
              <a:gd name="textAreaLeft" fmla="*/ 0 w 1910520"/>
              <a:gd name="textAreaRight" fmla="*/ 1911240 w 1910520"/>
              <a:gd name="textAreaTop" fmla="*/ 0 h 40680"/>
              <a:gd name="textAreaBottom" fmla="*/ 41400 h 40680"/>
            </a:gdLst>
            <a:ahLst/>
            <a:rect l="textAreaLeft" t="textAreaTop" r="textAreaRight" b="textAreaBottom"/>
            <a:pathLst>
              <a:path w="1911097" h="41338">
                <a:moveTo>
                  <a:pt x="0" y="0"/>
                </a:moveTo>
                <a:lnTo>
                  <a:pt x="1911097" y="0"/>
                </a:lnTo>
                <a:lnTo>
                  <a:pt x="1911097" y="41339"/>
                </a:lnTo>
                <a:lnTo>
                  <a:pt x="0" y="413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" bIns="-36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" name="Freeform 12"/>
          <p:cNvSpPr/>
          <p:nvPr/>
        </p:nvSpPr>
        <p:spPr>
          <a:xfrm>
            <a:off x="12643200" y="6365880"/>
            <a:ext cx="3682440" cy="1775520"/>
          </a:xfrm>
          <a:custGeom>
            <a:avLst/>
            <a:gdLst>
              <a:gd name="textAreaLeft" fmla="*/ 0 w 3682440"/>
              <a:gd name="textAreaRight" fmla="*/ 3683160 w 3682440"/>
              <a:gd name="textAreaTop" fmla="*/ 0 h 1775520"/>
              <a:gd name="textAreaBottom" fmla="*/ 1776240 h 1775520"/>
            </a:gdLst>
            <a:ahLst/>
            <a:rect l="textAreaLeft" t="textAreaTop" r="textAreaRight" b="textAreaBottom"/>
            <a:pathLst>
              <a:path w="3683013" h="1776070">
                <a:moveTo>
                  <a:pt x="0" y="0"/>
                </a:moveTo>
                <a:lnTo>
                  <a:pt x="3683013" y="0"/>
                </a:lnTo>
                <a:lnTo>
                  <a:pt x="3683013" y="1776070"/>
                </a:lnTo>
                <a:lnTo>
                  <a:pt x="0" y="17760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" name="Freeform 13"/>
          <p:cNvSpPr/>
          <p:nvPr/>
        </p:nvSpPr>
        <p:spPr>
          <a:xfrm>
            <a:off x="10888560" y="4783680"/>
            <a:ext cx="1766520" cy="40680"/>
          </a:xfrm>
          <a:custGeom>
            <a:avLst/>
            <a:gdLst>
              <a:gd name="textAreaLeft" fmla="*/ 0 w 1766520"/>
              <a:gd name="textAreaRight" fmla="*/ 1767240 w 1766520"/>
              <a:gd name="textAreaTop" fmla="*/ 0 h 40680"/>
              <a:gd name="textAreaBottom" fmla="*/ 41400 h 40680"/>
            </a:gdLst>
            <a:ahLst/>
            <a:rect l="textAreaLeft" t="textAreaTop" r="textAreaRight" b="textAreaBottom"/>
            <a:pathLst>
              <a:path w="1767174" h="41338">
                <a:moveTo>
                  <a:pt x="0" y="0"/>
                </a:moveTo>
                <a:lnTo>
                  <a:pt x="1767174" y="0"/>
                </a:lnTo>
                <a:lnTo>
                  <a:pt x="1767174" y="41338"/>
                </a:lnTo>
                <a:lnTo>
                  <a:pt x="0" y="413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" bIns="-36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" name="Freeform 14"/>
          <p:cNvSpPr/>
          <p:nvPr/>
        </p:nvSpPr>
        <p:spPr>
          <a:xfrm>
            <a:off x="12643200" y="3842280"/>
            <a:ext cx="3682440" cy="1775520"/>
          </a:xfrm>
          <a:custGeom>
            <a:avLst/>
            <a:gdLst>
              <a:gd name="textAreaLeft" fmla="*/ 0 w 3682440"/>
              <a:gd name="textAreaRight" fmla="*/ 3683160 w 3682440"/>
              <a:gd name="textAreaTop" fmla="*/ 0 h 1775520"/>
              <a:gd name="textAreaBottom" fmla="*/ 1776240 h 1775520"/>
            </a:gdLst>
            <a:ahLst/>
            <a:rect l="textAreaLeft" t="textAreaTop" r="textAreaRight" b="textAreaBottom"/>
            <a:pathLst>
              <a:path w="3683013" h="1776070">
                <a:moveTo>
                  <a:pt x="0" y="0"/>
                </a:moveTo>
                <a:lnTo>
                  <a:pt x="3683013" y="0"/>
                </a:lnTo>
                <a:lnTo>
                  <a:pt x="3683013" y="1776070"/>
                </a:lnTo>
                <a:lnTo>
                  <a:pt x="0" y="17760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" name="Freeform 15"/>
          <p:cNvSpPr/>
          <p:nvPr/>
        </p:nvSpPr>
        <p:spPr>
          <a:xfrm>
            <a:off x="2208600" y="3842280"/>
            <a:ext cx="3682440" cy="1775520"/>
          </a:xfrm>
          <a:custGeom>
            <a:avLst/>
            <a:gdLst>
              <a:gd name="textAreaLeft" fmla="*/ 0 w 3682440"/>
              <a:gd name="textAreaRight" fmla="*/ 3683160 w 3682440"/>
              <a:gd name="textAreaTop" fmla="*/ 0 h 1775520"/>
              <a:gd name="textAreaBottom" fmla="*/ 1776240 h 1775520"/>
            </a:gdLst>
            <a:ahLst/>
            <a:rect l="textAreaLeft" t="textAreaTop" r="textAreaRight" b="textAreaBottom"/>
            <a:pathLst>
              <a:path w="3683013" h="1776070">
                <a:moveTo>
                  <a:pt x="0" y="0"/>
                </a:moveTo>
                <a:lnTo>
                  <a:pt x="3683013" y="0"/>
                </a:lnTo>
                <a:lnTo>
                  <a:pt x="3683013" y="1776070"/>
                </a:lnTo>
                <a:lnTo>
                  <a:pt x="0" y="17760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2226600" y="6744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다양한 퀘스트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2514240" y="728604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관광지 도착 미션 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사진 미션 등 다양한 퀘스트를 클리어 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12660840" y="667512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상점 시스템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0" name="TextBox 19"/>
          <p:cNvSpPr/>
          <p:nvPr/>
        </p:nvSpPr>
        <p:spPr>
          <a:xfrm>
            <a:off x="12948480" y="7216920"/>
            <a:ext cx="307152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 보상으로 얻은 코인을 사용하여 다양한 아바타 아이템을 구매해보세요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1" name="TextBox 20"/>
          <p:cNvSpPr/>
          <p:nvPr/>
        </p:nvSpPr>
        <p:spPr>
          <a:xfrm>
            <a:off x="2226600" y="415152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지도 기반 퀘스트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2" name="TextBox 21"/>
          <p:cNvSpPr/>
          <p:nvPr/>
        </p:nvSpPr>
        <p:spPr>
          <a:xfrm>
            <a:off x="12660840" y="415152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아바타 꾸미기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3" name="TextBox 22"/>
          <p:cNvSpPr/>
          <p:nvPr/>
        </p:nvSpPr>
        <p:spPr>
          <a:xfrm>
            <a:off x="2514240" y="469332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지도에서 여행지의 퀘스트를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확인하고 도전해보세요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4" name="TextBox 23"/>
          <p:cNvSpPr/>
          <p:nvPr/>
        </p:nvSpPr>
        <p:spPr>
          <a:xfrm>
            <a:off x="12948480" y="4693320"/>
            <a:ext cx="30715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다양한 옷들로 아바타를 꾸며보세요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5" name="Freeform 24"/>
          <p:cNvSpPr/>
          <p:nvPr/>
        </p:nvSpPr>
        <p:spPr>
          <a:xfrm>
            <a:off x="8745480" y="4510080"/>
            <a:ext cx="1043280" cy="1070280"/>
          </a:xfrm>
          <a:custGeom>
            <a:avLst/>
            <a:gdLst>
              <a:gd name="textAreaLeft" fmla="*/ 0 w 1043280"/>
              <a:gd name="textAreaRight" fmla="*/ 1044000 w 1043280"/>
              <a:gd name="textAreaTop" fmla="*/ 0 h 1070280"/>
              <a:gd name="textAreaBottom" fmla="*/ 1071000 h 1070280"/>
            </a:gdLst>
            <a:ahLst/>
            <a:rect l="textAreaLeft" t="textAreaTop" r="textAreaRight" b="textAreaBottom"/>
            <a:pathLst>
              <a:path w="1043864" h="1071124">
                <a:moveTo>
                  <a:pt x="0" y="0"/>
                </a:moveTo>
                <a:lnTo>
                  <a:pt x="1043864" y="0"/>
                </a:lnTo>
                <a:lnTo>
                  <a:pt x="1043864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" name="Freeform 25"/>
          <p:cNvSpPr/>
          <p:nvPr/>
        </p:nvSpPr>
        <p:spPr>
          <a:xfrm>
            <a:off x="1592640" y="3259440"/>
            <a:ext cx="1266840" cy="1252800"/>
          </a:xfrm>
          <a:custGeom>
            <a:avLst/>
            <a:gdLst>
              <a:gd name="textAreaLeft" fmla="*/ 0 w 1266840"/>
              <a:gd name="textAreaRight" fmla="*/ 1267560 w 1266840"/>
              <a:gd name="textAreaTop" fmla="*/ 0 h 1252800"/>
              <a:gd name="textAreaBottom" fmla="*/ 1253520 h 1252800"/>
            </a:gdLst>
            <a:ahLst/>
            <a:rect l="textAreaLeft" t="textAreaTop" r="textAreaRight" b="textAreaBottom"/>
            <a:pathLst>
              <a:path w="1267654" h="1253385">
                <a:moveTo>
                  <a:pt x="0" y="0"/>
                </a:moveTo>
                <a:lnTo>
                  <a:pt x="1267653" y="0"/>
                </a:lnTo>
                <a:lnTo>
                  <a:pt x="1267653" y="1253385"/>
                </a:lnTo>
                <a:lnTo>
                  <a:pt x="0" y="1253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7" name="Group 26"/>
          <p:cNvGrpSpPr/>
          <p:nvPr/>
        </p:nvGrpSpPr>
        <p:grpSpPr>
          <a:xfrm>
            <a:off x="15486480" y="3159360"/>
            <a:ext cx="1642680" cy="1642680"/>
            <a:chOff x="15486480" y="3159360"/>
            <a:chExt cx="1642680" cy="1642680"/>
          </a:xfrm>
        </p:grpSpPr>
        <p:sp>
          <p:nvSpPr>
            <p:cNvPr id="148" name="Freeform 27"/>
            <p:cNvSpPr/>
            <p:nvPr/>
          </p:nvSpPr>
          <p:spPr>
            <a:xfrm>
              <a:off x="15486480" y="315936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49" name="Freeform 28"/>
          <p:cNvSpPr/>
          <p:nvPr/>
        </p:nvSpPr>
        <p:spPr>
          <a:xfrm>
            <a:off x="15730920" y="6085080"/>
            <a:ext cx="1189440" cy="1189440"/>
          </a:xfrm>
          <a:custGeom>
            <a:avLst/>
            <a:gdLst>
              <a:gd name="textAreaLeft" fmla="*/ 0 w 1189440"/>
              <a:gd name="textAreaRight" fmla="*/ 1190160 w 1189440"/>
              <a:gd name="textAreaTop" fmla="*/ 0 h 1189440"/>
              <a:gd name="textAreaBottom" fmla="*/ 1190160 h 1189440"/>
            </a:gdLst>
            <a:ahLst/>
            <a:rect l="textAreaLeft" t="textAreaTop" r="textAreaRight" b="textAreaBottom"/>
            <a:pathLst>
              <a:path w="1190206" h="1190206">
                <a:moveTo>
                  <a:pt x="0" y="0"/>
                </a:moveTo>
                <a:lnTo>
                  <a:pt x="1190205" y="0"/>
                </a:lnTo>
                <a:lnTo>
                  <a:pt x="1190205" y="1190205"/>
                </a:lnTo>
                <a:lnTo>
                  <a:pt x="0" y="11902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" name="Freeform 29"/>
          <p:cNvSpPr/>
          <p:nvPr/>
        </p:nvSpPr>
        <p:spPr>
          <a:xfrm>
            <a:off x="1592640" y="5895720"/>
            <a:ext cx="1519200" cy="1429920"/>
          </a:xfrm>
          <a:custGeom>
            <a:avLst/>
            <a:gdLst>
              <a:gd name="textAreaLeft" fmla="*/ 0 w 1519200"/>
              <a:gd name="textAreaRight" fmla="*/ 1519920 w 1519200"/>
              <a:gd name="textAreaTop" fmla="*/ 0 h 1429920"/>
              <a:gd name="textAreaBottom" fmla="*/ 1430640 h 1429920"/>
            </a:gdLst>
            <a:ahLst/>
            <a:rect l="textAreaLeft" t="textAreaTop" r="textAreaRight" b="textAreaBottom"/>
            <a:pathLst>
              <a:path w="1520009" h="1430703">
                <a:moveTo>
                  <a:pt x="0" y="0"/>
                </a:moveTo>
                <a:lnTo>
                  <a:pt x="1520009" y="0"/>
                </a:lnTo>
                <a:lnTo>
                  <a:pt x="1520009" y="1430702"/>
                </a:lnTo>
                <a:lnTo>
                  <a:pt x="0" y="14307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" name="TextBox 1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52" name="Group 1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153" name="Freeform 1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55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56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7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58" name="Group 9"/>
          <p:cNvGrpSpPr/>
          <p:nvPr/>
        </p:nvGrpSpPr>
        <p:grpSpPr>
          <a:xfrm>
            <a:off x="6172200" y="2901240"/>
            <a:ext cx="2971080" cy="6356160"/>
            <a:chOff x="6172200" y="2901240"/>
            <a:chExt cx="2971080" cy="6356160"/>
          </a:xfrm>
        </p:grpSpPr>
        <p:sp>
          <p:nvSpPr>
            <p:cNvPr id="159" name="Freeform 10"/>
            <p:cNvSpPr/>
            <p:nvPr/>
          </p:nvSpPr>
          <p:spPr>
            <a:xfrm>
              <a:off x="617220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60" name="Group 11"/>
          <p:cNvGrpSpPr/>
          <p:nvPr/>
        </p:nvGrpSpPr>
        <p:grpSpPr>
          <a:xfrm>
            <a:off x="9978120" y="2901240"/>
            <a:ext cx="2971080" cy="6356160"/>
            <a:chOff x="9978120" y="2901240"/>
            <a:chExt cx="2971080" cy="6356160"/>
          </a:xfrm>
        </p:grpSpPr>
        <p:sp>
          <p:nvSpPr>
            <p:cNvPr id="161" name="Freeform 12"/>
            <p:cNvSpPr/>
            <p:nvPr/>
          </p:nvSpPr>
          <p:spPr>
            <a:xfrm>
              <a:off x="997812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62" name="Group 13"/>
          <p:cNvGrpSpPr/>
          <p:nvPr/>
        </p:nvGrpSpPr>
        <p:grpSpPr>
          <a:xfrm>
            <a:off x="13783680" y="2901240"/>
            <a:ext cx="2971080" cy="6356160"/>
            <a:chOff x="13783680" y="2901240"/>
            <a:chExt cx="2971080" cy="6356160"/>
          </a:xfrm>
        </p:grpSpPr>
        <p:sp>
          <p:nvSpPr>
            <p:cNvPr id="163" name="Freeform 14"/>
            <p:cNvSpPr/>
            <p:nvPr/>
          </p:nvSpPr>
          <p:spPr>
            <a:xfrm>
              <a:off x="1378368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64" name="Freeform 15"/>
          <p:cNvSpPr/>
          <p:nvPr/>
        </p:nvSpPr>
        <p:spPr>
          <a:xfrm>
            <a:off x="1208520" y="3817800"/>
            <a:ext cx="1266840" cy="1252800"/>
          </a:xfrm>
          <a:custGeom>
            <a:avLst/>
            <a:gdLst>
              <a:gd name="textAreaLeft" fmla="*/ 0 w 1266840"/>
              <a:gd name="textAreaRight" fmla="*/ 1267560 w 1266840"/>
              <a:gd name="textAreaTop" fmla="*/ 0 h 1252800"/>
              <a:gd name="textAreaBottom" fmla="*/ 1253520 h 1252800"/>
            </a:gdLst>
            <a:ahLst/>
            <a:rect l="textAreaLeft" t="textAreaTop" r="textAreaRight" b="textAreaBottom"/>
            <a:pathLst>
              <a:path w="1267654" h="1253385">
                <a:moveTo>
                  <a:pt x="0" y="0"/>
                </a:moveTo>
                <a:lnTo>
                  <a:pt x="1267653" y="0"/>
                </a:lnTo>
                <a:lnTo>
                  <a:pt x="1267653" y="1253385"/>
                </a:lnTo>
                <a:lnTo>
                  <a:pt x="0" y="1253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1745640" y="458676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지도 기반 퀘스트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1592280" y="569052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지도에서 여행지의 퀘스트를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확인하고 도전해보세요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68" name="Group 3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169" name="Freeform 2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71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72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3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4" name="Freeform 9"/>
          <p:cNvSpPr/>
          <p:nvPr/>
        </p:nvSpPr>
        <p:spPr>
          <a:xfrm>
            <a:off x="1225080" y="3712680"/>
            <a:ext cx="1519200" cy="1429920"/>
          </a:xfrm>
          <a:custGeom>
            <a:avLst/>
            <a:gdLst>
              <a:gd name="textAreaLeft" fmla="*/ 0 w 1519200"/>
              <a:gd name="textAreaRight" fmla="*/ 1519920 w 1519200"/>
              <a:gd name="textAreaTop" fmla="*/ 0 h 1429920"/>
              <a:gd name="textAreaBottom" fmla="*/ 1430640 h 1429920"/>
            </a:gdLst>
            <a:ahLst/>
            <a:rect l="textAreaLeft" t="textAreaTop" r="textAreaRight" b="textAreaBottom"/>
            <a:pathLst>
              <a:path w="1520009" h="1430703">
                <a:moveTo>
                  <a:pt x="0" y="0"/>
                </a:moveTo>
                <a:lnTo>
                  <a:pt x="1520009" y="0"/>
                </a:lnTo>
                <a:lnTo>
                  <a:pt x="1520009" y="1430703"/>
                </a:lnTo>
                <a:lnTo>
                  <a:pt x="0" y="14307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75" name="Group 10"/>
          <p:cNvGrpSpPr/>
          <p:nvPr/>
        </p:nvGrpSpPr>
        <p:grpSpPr>
          <a:xfrm>
            <a:off x="6172200" y="2901240"/>
            <a:ext cx="2971080" cy="6356160"/>
            <a:chOff x="6172200" y="2901240"/>
            <a:chExt cx="2971080" cy="6356160"/>
          </a:xfrm>
        </p:grpSpPr>
        <p:sp>
          <p:nvSpPr>
            <p:cNvPr id="176" name="Freeform 11"/>
            <p:cNvSpPr/>
            <p:nvPr/>
          </p:nvSpPr>
          <p:spPr>
            <a:xfrm>
              <a:off x="617220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77" name="Group 12"/>
          <p:cNvGrpSpPr/>
          <p:nvPr/>
        </p:nvGrpSpPr>
        <p:grpSpPr>
          <a:xfrm>
            <a:off x="9978120" y="2901240"/>
            <a:ext cx="2971080" cy="6356160"/>
            <a:chOff x="9978120" y="2901240"/>
            <a:chExt cx="2971080" cy="6356160"/>
          </a:xfrm>
        </p:grpSpPr>
        <p:sp>
          <p:nvSpPr>
            <p:cNvPr id="178" name="Freeform 13"/>
            <p:cNvSpPr/>
            <p:nvPr/>
          </p:nvSpPr>
          <p:spPr>
            <a:xfrm>
              <a:off x="997812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79" name="Group 14"/>
          <p:cNvGrpSpPr/>
          <p:nvPr/>
        </p:nvGrpSpPr>
        <p:grpSpPr>
          <a:xfrm>
            <a:off x="13783680" y="2901240"/>
            <a:ext cx="2971080" cy="6356160"/>
            <a:chOff x="13783680" y="2901240"/>
            <a:chExt cx="2971080" cy="6356160"/>
          </a:xfrm>
        </p:grpSpPr>
        <p:sp>
          <p:nvSpPr>
            <p:cNvPr id="180" name="Freeform 15"/>
            <p:cNvSpPr/>
            <p:nvPr/>
          </p:nvSpPr>
          <p:spPr>
            <a:xfrm>
              <a:off x="1378368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81" name="TextBox 16"/>
          <p:cNvSpPr/>
          <p:nvPr/>
        </p:nvSpPr>
        <p:spPr>
          <a:xfrm>
            <a:off x="1592280" y="569052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관광지 도착 미션 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사진 미션 등 다양한 퀘스트를 클리어 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2" name="TextBox 17"/>
          <p:cNvSpPr/>
          <p:nvPr/>
        </p:nvSpPr>
        <p:spPr>
          <a:xfrm>
            <a:off x="1745640" y="4611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다양한 퀘스트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84" name="Group 4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185" name="Freeform 16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187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88" name="Freeform 4"/>
          <p:cNvSpPr/>
          <p:nvPr/>
        </p:nvSpPr>
        <p:spPr>
          <a:xfrm>
            <a:off x="78876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9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190" name="Group 9"/>
          <p:cNvGrpSpPr/>
          <p:nvPr/>
        </p:nvGrpSpPr>
        <p:grpSpPr>
          <a:xfrm>
            <a:off x="6172200" y="2901240"/>
            <a:ext cx="2971080" cy="6356160"/>
            <a:chOff x="6172200" y="2901240"/>
            <a:chExt cx="2971080" cy="6356160"/>
          </a:xfrm>
        </p:grpSpPr>
        <p:sp>
          <p:nvSpPr>
            <p:cNvPr id="191" name="Freeform 10"/>
            <p:cNvSpPr/>
            <p:nvPr/>
          </p:nvSpPr>
          <p:spPr>
            <a:xfrm>
              <a:off x="617220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92" name="Group 11"/>
          <p:cNvGrpSpPr/>
          <p:nvPr/>
        </p:nvGrpSpPr>
        <p:grpSpPr>
          <a:xfrm>
            <a:off x="9978120" y="2901240"/>
            <a:ext cx="2971080" cy="6356160"/>
            <a:chOff x="9978120" y="2901240"/>
            <a:chExt cx="2971080" cy="6356160"/>
          </a:xfrm>
        </p:grpSpPr>
        <p:sp>
          <p:nvSpPr>
            <p:cNvPr id="193" name="Freeform 12"/>
            <p:cNvSpPr/>
            <p:nvPr/>
          </p:nvSpPr>
          <p:spPr>
            <a:xfrm>
              <a:off x="997812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194" name="Group 13"/>
          <p:cNvGrpSpPr/>
          <p:nvPr/>
        </p:nvGrpSpPr>
        <p:grpSpPr>
          <a:xfrm>
            <a:off x="13783680" y="2901240"/>
            <a:ext cx="2971080" cy="6356160"/>
            <a:chOff x="13783680" y="2901240"/>
            <a:chExt cx="2971080" cy="6356160"/>
          </a:xfrm>
        </p:grpSpPr>
        <p:sp>
          <p:nvSpPr>
            <p:cNvPr id="195" name="Freeform 14"/>
            <p:cNvSpPr/>
            <p:nvPr/>
          </p:nvSpPr>
          <p:spPr>
            <a:xfrm>
              <a:off x="1378368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196" name="Freeform 15"/>
          <p:cNvSpPr/>
          <p:nvPr/>
        </p:nvSpPr>
        <p:spPr>
          <a:xfrm>
            <a:off x="1196640" y="3953160"/>
            <a:ext cx="1189440" cy="1189440"/>
          </a:xfrm>
          <a:custGeom>
            <a:avLst/>
            <a:gdLst>
              <a:gd name="textAreaLeft" fmla="*/ 0 w 1189440"/>
              <a:gd name="textAreaRight" fmla="*/ 1190160 w 1189440"/>
              <a:gd name="textAreaTop" fmla="*/ 0 h 1189440"/>
              <a:gd name="textAreaBottom" fmla="*/ 1190160 h 1189440"/>
            </a:gdLst>
            <a:ahLst/>
            <a:rect l="textAreaLeft" t="textAreaTop" r="textAreaRight" b="textAreaBottom"/>
            <a:pathLst>
              <a:path w="1190206" h="1190206">
                <a:moveTo>
                  <a:pt x="0" y="0"/>
                </a:moveTo>
                <a:lnTo>
                  <a:pt x="1190206" y="0"/>
                </a:lnTo>
                <a:lnTo>
                  <a:pt x="1190206" y="1190206"/>
                </a:lnTo>
                <a:lnTo>
                  <a:pt x="0" y="11902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1592280" y="5690520"/>
            <a:ext cx="307152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 보상으로 얻은 코인을 사용하여 다양한 아바타 아이템을 구매해보세요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8" name="TextBox 17"/>
          <p:cNvSpPr/>
          <p:nvPr/>
        </p:nvSpPr>
        <p:spPr>
          <a:xfrm>
            <a:off x="1413000" y="4611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상점 시스템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00" name="Group 15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201" name="Freeform 18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03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04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5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06" name="Group 9"/>
          <p:cNvGrpSpPr/>
          <p:nvPr/>
        </p:nvGrpSpPr>
        <p:grpSpPr>
          <a:xfrm>
            <a:off x="6172200" y="2901240"/>
            <a:ext cx="2971080" cy="6356160"/>
            <a:chOff x="6172200" y="2901240"/>
            <a:chExt cx="2971080" cy="6356160"/>
          </a:xfrm>
        </p:grpSpPr>
        <p:sp>
          <p:nvSpPr>
            <p:cNvPr id="207" name="Freeform 10"/>
            <p:cNvSpPr/>
            <p:nvPr/>
          </p:nvSpPr>
          <p:spPr>
            <a:xfrm>
              <a:off x="617220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08" name="Group 11"/>
          <p:cNvGrpSpPr/>
          <p:nvPr/>
        </p:nvGrpSpPr>
        <p:grpSpPr>
          <a:xfrm>
            <a:off x="9978120" y="2901240"/>
            <a:ext cx="2971080" cy="6356160"/>
            <a:chOff x="9978120" y="2901240"/>
            <a:chExt cx="2971080" cy="6356160"/>
          </a:xfrm>
        </p:grpSpPr>
        <p:sp>
          <p:nvSpPr>
            <p:cNvPr id="209" name="Freeform 12"/>
            <p:cNvSpPr/>
            <p:nvPr/>
          </p:nvSpPr>
          <p:spPr>
            <a:xfrm>
              <a:off x="997812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10" name="Group 13"/>
          <p:cNvGrpSpPr/>
          <p:nvPr/>
        </p:nvGrpSpPr>
        <p:grpSpPr>
          <a:xfrm>
            <a:off x="13783680" y="2901240"/>
            <a:ext cx="2971080" cy="6356160"/>
            <a:chOff x="13783680" y="2901240"/>
            <a:chExt cx="2971080" cy="6356160"/>
          </a:xfrm>
        </p:grpSpPr>
        <p:sp>
          <p:nvSpPr>
            <p:cNvPr id="211" name="Freeform 14"/>
            <p:cNvSpPr/>
            <p:nvPr/>
          </p:nvSpPr>
          <p:spPr>
            <a:xfrm>
              <a:off x="1378368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12" name="TextBox 15"/>
          <p:cNvSpPr/>
          <p:nvPr/>
        </p:nvSpPr>
        <p:spPr>
          <a:xfrm>
            <a:off x="1413000" y="4611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아바타 꾸미기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13" name="Group 16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14" name="Freeform 17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15" name="TextBox 18"/>
          <p:cNvSpPr/>
          <p:nvPr/>
        </p:nvSpPr>
        <p:spPr>
          <a:xfrm>
            <a:off x="1592280" y="5690520"/>
            <a:ext cx="30715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다양한 옷들로 아바타를 꾸며보세요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6" name="TextBox 13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17" name="Group 17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218" name="Freeform 20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2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2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2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23" name="Group 9"/>
          <p:cNvGrpSpPr/>
          <p:nvPr/>
        </p:nvGrpSpPr>
        <p:grpSpPr>
          <a:xfrm>
            <a:off x="6172200" y="2901240"/>
            <a:ext cx="2971080" cy="6356160"/>
            <a:chOff x="6172200" y="2901240"/>
            <a:chExt cx="2971080" cy="6356160"/>
          </a:xfrm>
        </p:grpSpPr>
        <p:sp>
          <p:nvSpPr>
            <p:cNvPr id="224" name="Freeform 10"/>
            <p:cNvSpPr/>
            <p:nvPr/>
          </p:nvSpPr>
          <p:spPr>
            <a:xfrm>
              <a:off x="617220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25" name="Group 11"/>
          <p:cNvGrpSpPr/>
          <p:nvPr/>
        </p:nvGrpSpPr>
        <p:grpSpPr>
          <a:xfrm>
            <a:off x="9978120" y="2901240"/>
            <a:ext cx="2971080" cy="6356160"/>
            <a:chOff x="9978120" y="2901240"/>
            <a:chExt cx="2971080" cy="6356160"/>
          </a:xfrm>
        </p:grpSpPr>
        <p:sp>
          <p:nvSpPr>
            <p:cNvPr id="226" name="Freeform 12"/>
            <p:cNvSpPr/>
            <p:nvPr/>
          </p:nvSpPr>
          <p:spPr>
            <a:xfrm>
              <a:off x="997812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27" name="Group 13"/>
          <p:cNvGrpSpPr/>
          <p:nvPr/>
        </p:nvGrpSpPr>
        <p:grpSpPr>
          <a:xfrm>
            <a:off x="13783680" y="2901240"/>
            <a:ext cx="2971080" cy="6356160"/>
            <a:chOff x="13783680" y="2901240"/>
            <a:chExt cx="2971080" cy="6356160"/>
          </a:xfrm>
        </p:grpSpPr>
        <p:sp>
          <p:nvSpPr>
            <p:cNvPr id="228" name="Freeform 14"/>
            <p:cNvSpPr/>
            <p:nvPr/>
          </p:nvSpPr>
          <p:spPr>
            <a:xfrm>
              <a:off x="13783680" y="2901240"/>
              <a:ext cx="2971080" cy="6356160"/>
            </a:xfrm>
            <a:custGeom>
              <a:avLst/>
              <a:gdLst>
                <a:gd name="textAreaLeft" fmla="*/ 0 w 2971080"/>
                <a:gd name="textAreaRight" fmla="*/ 2971800 w 29710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3962527" h="8475980">
                  <a:moveTo>
                    <a:pt x="0" y="0"/>
                  </a:moveTo>
                  <a:lnTo>
                    <a:pt x="3962527" y="0"/>
                  </a:lnTo>
                  <a:lnTo>
                    <a:pt x="3962527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29" name="TextBox 15"/>
          <p:cNvSpPr/>
          <p:nvPr/>
        </p:nvSpPr>
        <p:spPr>
          <a:xfrm>
            <a:off x="1413000" y="4611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프로필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30" name="Group 16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31" name="Freeform 17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32" name="TextBox 18"/>
          <p:cNvSpPr/>
          <p:nvPr/>
        </p:nvSpPr>
        <p:spPr>
          <a:xfrm>
            <a:off x="1592280" y="570960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나의 아바타 및 퀘스트 현황을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확인해보세요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3" name="TextBox 24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34" name="Group 18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235" name="Freeform 21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37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38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9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40" name="Group 9"/>
          <p:cNvGrpSpPr/>
          <p:nvPr/>
        </p:nvGrpSpPr>
        <p:grpSpPr>
          <a:xfrm>
            <a:off x="4649400" y="2901240"/>
            <a:ext cx="12609000" cy="6356160"/>
            <a:chOff x="4649400" y="2901240"/>
            <a:chExt cx="12609000" cy="6356160"/>
          </a:xfrm>
        </p:grpSpPr>
        <p:sp>
          <p:nvSpPr>
            <p:cNvPr id="241" name="Freeform 10"/>
            <p:cNvSpPr/>
            <p:nvPr/>
          </p:nvSpPr>
          <p:spPr>
            <a:xfrm>
              <a:off x="4649400" y="2901240"/>
              <a:ext cx="12609000" cy="6356160"/>
            </a:xfrm>
            <a:custGeom>
              <a:avLst/>
              <a:gdLst>
                <a:gd name="textAreaLeft" fmla="*/ 0 w 12609000"/>
                <a:gd name="textAreaRight" fmla="*/ 12609720 w 1260900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16813022" h="8475980">
                  <a:moveTo>
                    <a:pt x="0" y="0"/>
                  </a:moveTo>
                  <a:lnTo>
                    <a:pt x="16813022" y="0"/>
                  </a:lnTo>
                  <a:lnTo>
                    <a:pt x="16813022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42" name="TextBox 11"/>
          <p:cNvSpPr/>
          <p:nvPr/>
        </p:nvSpPr>
        <p:spPr>
          <a:xfrm>
            <a:off x="1413000" y="461124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관리자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43" name="Group 12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44" name="Freeform 13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45" name="TextBox 14"/>
          <p:cNvSpPr/>
          <p:nvPr/>
        </p:nvSpPr>
        <p:spPr>
          <a:xfrm>
            <a:off x="1592280" y="570960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유저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시스템을 관리하고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모니터링 할 수 있습니다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6" name="TextBox 25"/>
          <p:cNvSpPr/>
          <p:nvPr/>
        </p:nvSpPr>
        <p:spPr>
          <a:xfrm>
            <a:off x="9663120" y="154260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47" name="Group 19"/>
          <p:cNvGrpSpPr/>
          <p:nvPr/>
        </p:nvGrpSpPr>
        <p:grpSpPr>
          <a:xfrm>
            <a:off x="6375600" y="1505160"/>
            <a:ext cx="3585240" cy="654480"/>
            <a:chOff x="6375600" y="1505160"/>
            <a:chExt cx="3585240" cy="654480"/>
          </a:xfrm>
        </p:grpSpPr>
        <p:sp>
          <p:nvSpPr>
            <p:cNvPr id="248" name="Freeform 22"/>
            <p:cNvSpPr/>
            <p:nvPr/>
          </p:nvSpPr>
          <p:spPr>
            <a:xfrm>
              <a:off x="6375600" y="150516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5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5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2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53" name="Group 9"/>
          <p:cNvGrpSpPr/>
          <p:nvPr/>
        </p:nvGrpSpPr>
        <p:grpSpPr>
          <a:xfrm>
            <a:off x="5392800" y="2901240"/>
            <a:ext cx="4740480" cy="6356160"/>
            <a:chOff x="5392800" y="2901240"/>
            <a:chExt cx="4740480" cy="6356160"/>
          </a:xfrm>
        </p:grpSpPr>
        <p:sp>
          <p:nvSpPr>
            <p:cNvPr id="254" name="Freeform 10"/>
            <p:cNvSpPr/>
            <p:nvPr/>
          </p:nvSpPr>
          <p:spPr>
            <a:xfrm>
              <a:off x="5392800" y="2901240"/>
              <a:ext cx="4740480" cy="6356160"/>
            </a:xfrm>
            <a:custGeom>
              <a:avLst/>
              <a:gdLst>
                <a:gd name="textAreaLeft" fmla="*/ 0 w 4740480"/>
                <a:gd name="textAreaRight" fmla="*/ 4741200 w 474048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6321806" h="8475980">
                  <a:moveTo>
                    <a:pt x="0" y="0"/>
                  </a:moveTo>
                  <a:lnTo>
                    <a:pt x="6321806" y="0"/>
                  </a:lnTo>
                  <a:lnTo>
                    <a:pt x="6321806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55" name="Group 12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56" name="Freeform 13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57" name="Group 14"/>
          <p:cNvGrpSpPr/>
          <p:nvPr/>
        </p:nvGrpSpPr>
        <p:grpSpPr>
          <a:xfrm>
            <a:off x="10857960" y="2901240"/>
            <a:ext cx="5352840" cy="6356160"/>
            <a:chOff x="10857960" y="2901240"/>
            <a:chExt cx="5352840" cy="6356160"/>
          </a:xfrm>
        </p:grpSpPr>
        <p:sp>
          <p:nvSpPr>
            <p:cNvPr id="258" name="Freeform 15"/>
            <p:cNvSpPr/>
            <p:nvPr/>
          </p:nvSpPr>
          <p:spPr>
            <a:xfrm>
              <a:off x="10857960" y="2901240"/>
              <a:ext cx="5352840" cy="6356160"/>
            </a:xfrm>
            <a:custGeom>
              <a:avLst/>
              <a:gdLst>
                <a:gd name="textAreaLeft" fmla="*/ 0 w 5352840"/>
                <a:gd name="textAreaRight" fmla="*/ 5353560 w 535284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7137908" h="8475980">
                  <a:moveTo>
                    <a:pt x="0" y="0"/>
                  </a:moveTo>
                  <a:lnTo>
                    <a:pt x="7137908" y="0"/>
                  </a:lnTo>
                  <a:lnTo>
                    <a:pt x="7137908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59" name="TextBox 26"/>
          <p:cNvSpPr/>
          <p:nvPr/>
        </p:nvSpPr>
        <p:spPr>
          <a:xfrm>
            <a:off x="1413360" y="461088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관리자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0" name="TextBox 27"/>
          <p:cNvSpPr/>
          <p:nvPr/>
        </p:nvSpPr>
        <p:spPr>
          <a:xfrm>
            <a:off x="1592640" y="570924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유저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시스템을 관리하고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모니터링 할 수 있습니다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1" name="TextBox 28"/>
          <p:cNvSpPr/>
          <p:nvPr/>
        </p:nvSpPr>
        <p:spPr>
          <a:xfrm>
            <a:off x="9663480" y="154224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62" name="Group 20"/>
          <p:cNvGrpSpPr/>
          <p:nvPr/>
        </p:nvGrpSpPr>
        <p:grpSpPr>
          <a:xfrm>
            <a:off x="6375960" y="1504800"/>
            <a:ext cx="3585240" cy="654480"/>
            <a:chOff x="6375960" y="1504800"/>
            <a:chExt cx="3585240" cy="654480"/>
          </a:xfrm>
        </p:grpSpPr>
        <p:sp>
          <p:nvSpPr>
            <p:cNvPr id="263" name="Freeform 23"/>
            <p:cNvSpPr/>
            <p:nvPr/>
          </p:nvSpPr>
          <p:spPr>
            <a:xfrm>
              <a:off x="6375960" y="150480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65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66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7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68" name="Group 9"/>
          <p:cNvGrpSpPr/>
          <p:nvPr/>
        </p:nvGrpSpPr>
        <p:grpSpPr>
          <a:xfrm>
            <a:off x="5392800" y="2901240"/>
            <a:ext cx="5464440" cy="6356160"/>
            <a:chOff x="5392800" y="2901240"/>
            <a:chExt cx="5464440" cy="6356160"/>
          </a:xfrm>
        </p:grpSpPr>
        <p:sp>
          <p:nvSpPr>
            <p:cNvPr id="269" name="Freeform 10"/>
            <p:cNvSpPr/>
            <p:nvPr/>
          </p:nvSpPr>
          <p:spPr>
            <a:xfrm>
              <a:off x="5392800" y="2901240"/>
              <a:ext cx="5464440" cy="6356160"/>
            </a:xfrm>
            <a:custGeom>
              <a:avLst/>
              <a:gdLst>
                <a:gd name="textAreaLeft" fmla="*/ 0 w 5464440"/>
                <a:gd name="textAreaRight" fmla="*/ 5465160 w 546444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7287006" h="8475980">
                  <a:moveTo>
                    <a:pt x="0" y="0"/>
                  </a:moveTo>
                  <a:lnTo>
                    <a:pt x="7287006" y="0"/>
                  </a:lnTo>
                  <a:lnTo>
                    <a:pt x="7287006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70" name="Group 12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71" name="Freeform 13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72" name="Group 14"/>
          <p:cNvGrpSpPr/>
          <p:nvPr/>
        </p:nvGrpSpPr>
        <p:grpSpPr>
          <a:xfrm>
            <a:off x="11400480" y="2901240"/>
            <a:ext cx="4932360" cy="6356160"/>
            <a:chOff x="11400480" y="2901240"/>
            <a:chExt cx="4932360" cy="6356160"/>
          </a:xfrm>
        </p:grpSpPr>
        <p:sp>
          <p:nvSpPr>
            <p:cNvPr id="273" name="Freeform 15"/>
            <p:cNvSpPr/>
            <p:nvPr/>
          </p:nvSpPr>
          <p:spPr>
            <a:xfrm>
              <a:off x="11400480" y="2901240"/>
              <a:ext cx="4932360" cy="6356160"/>
            </a:xfrm>
            <a:custGeom>
              <a:avLst/>
              <a:gdLst>
                <a:gd name="textAreaLeft" fmla="*/ 0 w 4932360"/>
                <a:gd name="textAreaRight" fmla="*/ 4933080 w 4932360"/>
                <a:gd name="textAreaTop" fmla="*/ 0 h 6356160"/>
                <a:gd name="textAreaBottom" fmla="*/ 6356880 h 6356160"/>
              </a:gdLst>
              <a:ahLst/>
              <a:rect l="textAreaLeft" t="textAreaTop" r="textAreaRight" b="textAreaBottom"/>
              <a:pathLst>
                <a:path w="6577584" h="8475980">
                  <a:moveTo>
                    <a:pt x="0" y="0"/>
                  </a:moveTo>
                  <a:lnTo>
                    <a:pt x="6577584" y="0"/>
                  </a:lnTo>
                  <a:lnTo>
                    <a:pt x="6577584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74" name="TextBox 29"/>
          <p:cNvSpPr/>
          <p:nvPr/>
        </p:nvSpPr>
        <p:spPr>
          <a:xfrm>
            <a:off x="1413360" y="461088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관리자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5" name="TextBox 30"/>
          <p:cNvSpPr/>
          <p:nvPr/>
        </p:nvSpPr>
        <p:spPr>
          <a:xfrm>
            <a:off x="1592640" y="570924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유저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시스템을 관리하고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모니터링 할 수 있습니다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6" name="TextBox 31"/>
          <p:cNvSpPr/>
          <p:nvPr/>
        </p:nvSpPr>
        <p:spPr>
          <a:xfrm>
            <a:off x="9663480" y="154224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77" name="Group 21"/>
          <p:cNvGrpSpPr/>
          <p:nvPr/>
        </p:nvGrpSpPr>
        <p:grpSpPr>
          <a:xfrm>
            <a:off x="6375960" y="1504800"/>
            <a:ext cx="3585240" cy="654480"/>
            <a:chOff x="6375960" y="1504800"/>
            <a:chExt cx="3585240" cy="654480"/>
          </a:xfrm>
        </p:grpSpPr>
        <p:sp>
          <p:nvSpPr>
            <p:cNvPr id="278" name="Freeform 26"/>
            <p:cNvSpPr/>
            <p:nvPr/>
          </p:nvSpPr>
          <p:spPr>
            <a:xfrm>
              <a:off x="6375960" y="150480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8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8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2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83" name="Group 9"/>
          <p:cNvGrpSpPr/>
          <p:nvPr/>
        </p:nvGrpSpPr>
        <p:grpSpPr>
          <a:xfrm>
            <a:off x="4510440" y="3329640"/>
            <a:ext cx="12747960" cy="5172120"/>
            <a:chOff x="4510440" y="3329640"/>
            <a:chExt cx="12747960" cy="5172120"/>
          </a:xfrm>
        </p:grpSpPr>
        <p:sp>
          <p:nvSpPr>
            <p:cNvPr id="284" name="Freeform 10"/>
            <p:cNvSpPr/>
            <p:nvPr/>
          </p:nvSpPr>
          <p:spPr>
            <a:xfrm>
              <a:off x="4510440" y="3329640"/>
              <a:ext cx="12747960" cy="5172120"/>
            </a:xfrm>
            <a:custGeom>
              <a:avLst/>
              <a:gdLst>
                <a:gd name="textAreaLeft" fmla="*/ 0 w 12747960"/>
                <a:gd name="textAreaRight" fmla="*/ 12748680 w 12747960"/>
                <a:gd name="textAreaTop" fmla="*/ 0 h 5172120"/>
                <a:gd name="textAreaBottom" fmla="*/ 5172840 h 5172120"/>
              </a:gdLst>
              <a:ahLst/>
              <a:rect l="textAreaLeft" t="textAreaTop" r="textAreaRight" b="textAreaBottom"/>
              <a:pathLst>
                <a:path w="16998442" h="6897243">
                  <a:moveTo>
                    <a:pt x="0" y="0"/>
                  </a:moveTo>
                  <a:lnTo>
                    <a:pt x="16998442" y="0"/>
                  </a:lnTo>
                  <a:lnTo>
                    <a:pt x="16998442" y="6897243"/>
                  </a:lnTo>
                  <a:lnTo>
                    <a:pt x="0" y="689724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grpSp>
        <p:nvGrpSpPr>
          <p:cNvPr id="285" name="Group 12"/>
          <p:cNvGrpSpPr/>
          <p:nvPr/>
        </p:nvGrpSpPr>
        <p:grpSpPr>
          <a:xfrm>
            <a:off x="995040" y="3640680"/>
            <a:ext cx="1642680" cy="1642680"/>
            <a:chOff x="995040" y="3640680"/>
            <a:chExt cx="1642680" cy="1642680"/>
          </a:xfrm>
        </p:grpSpPr>
        <p:sp>
          <p:nvSpPr>
            <p:cNvPr id="286" name="Freeform 13"/>
            <p:cNvSpPr/>
            <p:nvPr/>
          </p:nvSpPr>
          <p:spPr>
            <a:xfrm>
              <a:off x="995040" y="3640680"/>
              <a:ext cx="1642680" cy="1642680"/>
            </a:xfrm>
            <a:custGeom>
              <a:avLst/>
              <a:gdLst>
                <a:gd name="textAreaLeft" fmla="*/ 0 w 1642680"/>
                <a:gd name="textAreaRight" fmla="*/ 1643400 w 1642680"/>
                <a:gd name="textAreaTop" fmla="*/ 0 h 1642680"/>
                <a:gd name="textAreaBottom" fmla="*/ 1643400 h 1642680"/>
              </a:gdLst>
              <a:ahLst/>
              <a:rect l="textAreaLeft" t="textAreaTop" r="textAreaRight" b="textAreaBottom"/>
              <a:pathLst>
                <a:path w="2191258" h="2191258">
                  <a:moveTo>
                    <a:pt x="0" y="0"/>
                  </a:moveTo>
                  <a:lnTo>
                    <a:pt x="2191258" y="0"/>
                  </a:lnTo>
                  <a:lnTo>
                    <a:pt x="2191258" y="2191258"/>
                  </a:lnTo>
                  <a:lnTo>
                    <a:pt x="0" y="21912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87" name="TextBox 32"/>
          <p:cNvSpPr/>
          <p:nvPr/>
        </p:nvSpPr>
        <p:spPr>
          <a:xfrm>
            <a:off x="1413360" y="4610880"/>
            <a:ext cx="36464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ko-KR" sz="23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관리자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8" name="TextBox 33"/>
          <p:cNvSpPr/>
          <p:nvPr/>
        </p:nvSpPr>
        <p:spPr>
          <a:xfrm>
            <a:off x="1592640" y="5709240"/>
            <a:ext cx="3071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유저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퀘스트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시스템을 관리하고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ts val="2239"/>
              </a:lnSpc>
            </a:pPr>
            <a:r>
              <a:rPr b="0" lang="ko-KR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모니터링 할 수 있습니다</a:t>
            </a:r>
            <a:r>
              <a:rPr b="0" lang="en-US" sz="1600" spc="-49" strike="noStrike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9" name="TextBox 34"/>
          <p:cNvSpPr/>
          <p:nvPr/>
        </p:nvSpPr>
        <p:spPr>
          <a:xfrm>
            <a:off x="9663480" y="154224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주요 기능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90" name="Group 22"/>
          <p:cNvGrpSpPr/>
          <p:nvPr/>
        </p:nvGrpSpPr>
        <p:grpSpPr>
          <a:xfrm>
            <a:off x="6375960" y="1504800"/>
            <a:ext cx="3585240" cy="654480"/>
            <a:chOff x="6375960" y="1504800"/>
            <a:chExt cx="3585240" cy="654480"/>
          </a:xfrm>
        </p:grpSpPr>
        <p:sp>
          <p:nvSpPr>
            <p:cNvPr id="291" name="Freeform 30"/>
            <p:cNvSpPr/>
            <p:nvPr/>
          </p:nvSpPr>
          <p:spPr>
            <a:xfrm>
              <a:off x="6375960" y="150480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293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294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5" name="Freeform 5"/>
          <p:cNvSpPr/>
          <p:nvPr/>
        </p:nvSpPr>
        <p:spPr>
          <a:xfrm>
            <a:off x="2385360" y="2779200"/>
            <a:ext cx="13516200" cy="4637520"/>
          </a:xfrm>
          <a:custGeom>
            <a:avLst/>
            <a:gdLst>
              <a:gd name="textAreaLeft" fmla="*/ 0 w 13516200"/>
              <a:gd name="textAreaRight" fmla="*/ 13516920 w 13516200"/>
              <a:gd name="textAreaTop" fmla="*/ 0 h 4637520"/>
              <a:gd name="textAreaBottom" fmla="*/ 4638240 h 4637520"/>
            </a:gdLst>
            <a:ahLst/>
            <a:rect l="textAreaLeft" t="textAreaTop" r="textAreaRight" b="textAreaBottom"/>
            <a:pathLst>
              <a:path w="13516937" h="4638332">
                <a:moveTo>
                  <a:pt x="0" y="0"/>
                </a:moveTo>
                <a:lnTo>
                  <a:pt x="13516937" y="0"/>
                </a:lnTo>
                <a:lnTo>
                  <a:pt x="13516937" y="4638332"/>
                </a:lnTo>
                <a:lnTo>
                  <a:pt x="0" y="46383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6" name="TextBox 6"/>
          <p:cNvSpPr/>
          <p:nvPr/>
        </p:nvSpPr>
        <p:spPr>
          <a:xfrm>
            <a:off x="9648000" y="4802400"/>
            <a:ext cx="269964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서비스 시연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297" name="Group 7"/>
          <p:cNvGrpSpPr/>
          <p:nvPr/>
        </p:nvGrpSpPr>
        <p:grpSpPr>
          <a:xfrm>
            <a:off x="5943600" y="4740840"/>
            <a:ext cx="4042440" cy="738360"/>
            <a:chOff x="5943600" y="4740840"/>
            <a:chExt cx="4042440" cy="738360"/>
          </a:xfrm>
        </p:grpSpPr>
        <p:sp>
          <p:nvSpPr>
            <p:cNvPr id="298" name="Freeform 8"/>
            <p:cNvSpPr/>
            <p:nvPr/>
          </p:nvSpPr>
          <p:spPr>
            <a:xfrm>
              <a:off x="5943600" y="4740840"/>
              <a:ext cx="4042440" cy="738360"/>
            </a:xfrm>
            <a:custGeom>
              <a:avLst/>
              <a:gdLst>
                <a:gd name="textAreaLeft" fmla="*/ 0 w 4042440"/>
                <a:gd name="textAreaRight" fmla="*/ 4043160 w 4042440"/>
                <a:gd name="textAreaTop" fmla="*/ 0 h 738360"/>
                <a:gd name="textAreaBottom" fmla="*/ 739080 h 738360"/>
              </a:gdLst>
              <a:ahLst/>
              <a:rect l="textAreaLeft" t="textAreaTop" r="textAreaRight" b="textAreaBottom"/>
              <a:pathLst>
                <a:path w="5390642" h="985266">
                  <a:moveTo>
                    <a:pt x="0" y="0"/>
                  </a:moveTo>
                  <a:lnTo>
                    <a:pt x="5390642" y="0"/>
                  </a:lnTo>
                  <a:lnTo>
                    <a:pt x="5390642" y="985266"/>
                  </a:lnTo>
                  <a:lnTo>
                    <a:pt x="0" y="98526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30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30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2" name="Freeform 5"/>
          <p:cNvSpPr/>
          <p:nvPr/>
        </p:nvSpPr>
        <p:spPr>
          <a:xfrm>
            <a:off x="807840" y="618480"/>
            <a:ext cx="16671600" cy="207252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2072520"/>
              <a:gd name="textAreaBottom" fmla="*/ 2073240 h 2072520"/>
            </a:gdLst>
            <a:ahLst/>
            <a:rect l="textAreaLeft" t="textAreaTop" r="textAreaRight" b="textAreaBottom"/>
            <a:pathLst>
              <a:path w="16672474" h="2073088">
                <a:moveTo>
                  <a:pt x="0" y="0"/>
                </a:moveTo>
                <a:lnTo>
                  <a:pt x="16672474" y="0"/>
                </a:lnTo>
                <a:lnTo>
                  <a:pt x="16672474" y="2073087"/>
                </a:lnTo>
                <a:lnTo>
                  <a:pt x="0" y="207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3" name="TextBox 9"/>
          <p:cNvSpPr/>
          <p:nvPr/>
        </p:nvSpPr>
        <p:spPr>
          <a:xfrm>
            <a:off x="5392800" y="3684240"/>
            <a:ext cx="7521480" cy="43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3" marL="1347120" indent="-336960" defTabSz="914400">
              <a:lnSpc>
                <a:spcPts val="6908"/>
              </a:lnSpc>
              <a:buClr>
                <a:srgbClr val="000000"/>
              </a:buClr>
              <a:buFont typeface="Arial"/>
              <a:buChar char="￭"/>
            </a:pPr>
            <a:r>
              <a:rPr b="0" lang="ko-KR" sz="494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기획의 무게</a:t>
            </a:r>
            <a:endParaRPr b="0" lang="en-US" sz="4940" spc="-1" strike="noStrike">
              <a:solidFill>
                <a:srgbClr val="000000"/>
              </a:solidFill>
              <a:latin typeface="Noto Sans KR"/>
            </a:endParaRPr>
          </a:p>
          <a:p>
            <a:pPr marL="1347120" indent="-336960" defTabSz="914400">
              <a:lnSpc>
                <a:spcPts val="6908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347120" indent="-336960" defTabSz="914400">
              <a:lnSpc>
                <a:spcPts val="6908"/>
              </a:lnSpc>
              <a:buClr>
                <a:srgbClr val="000000"/>
              </a:buClr>
              <a:buFont typeface="Arial"/>
              <a:buChar char="￭"/>
              <a:tabLst>
                <a:tab algn="l" pos="0"/>
              </a:tabLst>
            </a:pPr>
            <a:r>
              <a:rPr b="0" lang="ko-KR" sz="494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디테일의 재발견</a:t>
            </a:r>
            <a:endParaRPr b="0" lang="en-US" sz="4940" spc="-1" strike="noStrike">
              <a:solidFill>
                <a:srgbClr val="000000"/>
              </a:solidFill>
              <a:latin typeface="Noto Sans KR"/>
            </a:endParaRPr>
          </a:p>
          <a:p>
            <a:pPr marL="1347120" indent="-336960" defTabSz="914400">
              <a:lnSpc>
                <a:spcPts val="6908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347120" indent="-336960" defTabSz="914400">
              <a:lnSpc>
                <a:spcPts val="6908"/>
              </a:lnSpc>
              <a:buClr>
                <a:srgbClr val="000000"/>
              </a:buClr>
              <a:buFont typeface="Arial"/>
              <a:buChar char="￭"/>
              <a:tabLst>
                <a:tab algn="l" pos="0"/>
              </a:tabLst>
            </a:pPr>
            <a:r>
              <a:rPr b="0" lang="ko-KR" sz="494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사용자 관점의 성장</a:t>
            </a:r>
            <a:endParaRPr b="0" lang="en-US" sz="494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304" name="Group 10"/>
          <p:cNvGrpSpPr/>
          <p:nvPr/>
        </p:nvGrpSpPr>
        <p:grpSpPr>
          <a:xfrm>
            <a:off x="807840" y="2682000"/>
            <a:ext cx="4388760" cy="6831360"/>
            <a:chOff x="807840" y="2682000"/>
            <a:chExt cx="4388760" cy="6831360"/>
          </a:xfrm>
        </p:grpSpPr>
        <p:sp>
          <p:nvSpPr>
            <p:cNvPr id="305" name="Freeform 11"/>
            <p:cNvSpPr/>
            <p:nvPr/>
          </p:nvSpPr>
          <p:spPr>
            <a:xfrm>
              <a:off x="807840" y="2682000"/>
              <a:ext cx="4388760" cy="6831360"/>
            </a:xfrm>
            <a:custGeom>
              <a:avLst/>
              <a:gdLst>
                <a:gd name="textAreaLeft" fmla="*/ 0 w 4388760"/>
                <a:gd name="textAreaRight" fmla="*/ 4389480 w 4388760"/>
                <a:gd name="textAreaTop" fmla="*/ 0 h 6831360"/>
                <a:gd name="textAreaBottom" fmla="*/ 6832080 h 6831360"/>
              </a:gdLst>
              <a:ahLst/>
              <a:rect l="textAreaLeft" t="textAreaTop" r="textAreaRight" b="textAreaBottom"/>
              <a:pathLst>
                <a:path w="5852668" h="9109329">
                  <a:moveTo>
                    <a:pt x="0" y="0"/>
                  </a:moveTo>
                  <a:lnTo>
                    <a:pt x="5852668" y="0"/>
                  </a:lnTo>
                  <a:lnTo>
                    <a:pt x="5852668" y="9109329"/>
                  </a:lnTo>
                  <a:lnTo>
                    <a:pt x="0" y="91093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306" name="TextBox 35"/>
          <p:cNvSpPr/>
          <p:nvPr/>
        </p:nvSpPr>
        <p:spPr>
          <a:xfrm>
            <a:off x="9123480" y="1542240"/>
            <a:ext cx="23965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ko-KR" sz="3200" spc="-63" strike="noStrike">
                <a:solidFill>
                  <a:srgbClr val="000000"/>
                </a:solidFill>
                <a:latin typeface="맑은 고딕"/>
                <a:ea typeface="맑은 고딕"/>
              </a:rPr>
              <a:t>후기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307" name="Group 23"/>
          <p:cNvGrpSpPr/>
          <p:nvPr/>
        </p:nvGrpSpPr>
        <p:grpSpPr>
          <a:xfrm>
            <a:off x="6375960" y="1504800"/>
            <a:ext cx="3585240" cy="654480"/>
            <a:chOff x="6375960" y="1504800"/>
            <a:chExt cx="3585240" cy="654480"/>
          </a:xfrm>
        </p:grpSpPr>
        <p:sp>
          <p:nvSpPr>
            <p:cNvPr id="308" name="Freeform 31"/>
            <p:cNvSpPr/>
            <p:nvPr/>
          </p:nvSpPr>
          <p:spPr>
            <a:xfrm>
              <a:off x="6375960" y="1504800"/>
              <a:ext cx="3585240" cy="654480"/>
            </a:xfrm>
            <a:custGeom>
              <a:avLst/>
              <a:gdLst>
                <a:gd name="textAreaLeft" fmla="*/ 0 w 3585240"/>
                <a:gd name="textAreaRight" fmla="*/ 3585960 w 3585240"/>
                <a:gd name="textAreaTop" fmla="*/ 0 h 654480"/>
                <a:gd name="textAreaBottom" fmla="*/ 655200 h 654480"/>
              </a:gdLst>
              <a:ahLst/>
              <a:rect l="textAreaLeft" t="textAreaTop" r="textAreaRight" b="textAreaBottom"/>
              <a:pathLst>
                <a:path w="4781042" h="873760">
                  <a:moveTo>
                    <a:pt x="0" y="0"/>
                  </a:moveTo>
                  <a:lnTo>
                    <a:pt x="4781042" y="0"/>
                  </a:lnTo>
                  <a:lnTo>
                    <a:pt x="4781042" y="873760"/>
                  </a:lnTo>
                  <a:lnTo>
                    <a:pt x="0" y="87376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oup 2"/>
          <p:cNvGrpSpPr/>
          <p:nvPr/>
        </p:nvGrpSpPr>
        <p:grpSpPr>
          <a:xfrm>
            <a:off x="807840" y="7274520"/>
            <a:ext cx="16229880" cy="2832480"/>
            <a:chOff x="807840" y="7274520"/>
            <a:chExt cx="16229880" cy="2832480"/>
          </a:xfrm>
        </p:grpSpPr>
        <p:sp>
          <p:nvSpPr>
            <p:cNvPr id="310" name="Freeform 3"/>
            <p:cNvSpPr/>
            <p:nvPr/>
          </p:nvSpPr>
          <p:spPr>
            <a:xfrm>
              <a:off x="807840" y="7274520"/>
              <a:ext cx="16229880" cy="2832480"/>
            </a:xfrm>
            <a:custGeom>
              <a:avLst/>
              <a:gdLst>
                <a:gd name="textAreaLeft" fmla="*/ 0 w 16229880"/>
                <a:gd name="textAreaRight" fmla="*/ 16230600 w 16229880"/>
                <a:gd name="textAreaTop" fmla="*/ 0 h 2832480"/>
                <a:gd name="textAreaBottom" fmla="*/ 2833200 h 2832480"/>
              </a:gdLst>
              <a:ahLst/>
              <a:rect l="textAreaLeft" t="textAreaTop" r="textAreaRight" b="textAreaBottom"/>
              <a:pathLst>
                <a:path w="21640800" h="3777361">
                  <a:moveTo>
                    <a:pt x="0" y="0"/>
                  </a:moveTo>
                  <a:lnTo>
                    <a:pt x="21640800" y="0"/>
                  </a:lnTo>
                  <a:lnTo>
                    <a:pt x="21640800" y="3777361"/>
                  </a:lnTo>
                  <a:lnTo>
                    <a:pt x="0" y="37773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311" name="Freeform 4"/>
          <p:cNvSpPr/>
          <p:nvPr/>
        </p:nvSpPr>
        <p:spPr>
          <a:xfrm>
            <a:off x="807840" y="618480"/>
            <a:ext cx="16671600" cy="8904240"/>
          </a:xfrm>
          <a:custGeom>
            <a:avLst/>
            <a:gdLst>
              <a:gd name="textAreaLeft" fmla="*/ 0 w 16671600"/>
              <a:gd name="textAreaRight" fmla="*/ 16672320 w 16671600"/>
              <a:gd name="textAreaTop" fmla="*/ 0 h 8904240"/>
              <a:gd name="textAreaBottom" fmla="*/ 8904960 h 8904240"/>
            </a:gdLst>
            <a:ahLst/>
            <a:rect l="textAreaLeft" t="textAreaTop" r="textAreaRight" b="textAreaBottom"/>
            <a:pathLst>
              <a:path w="16672474" h="8905046">
                <a:moveTo>
                  <a:pt x="0" y="0"/>
                </a:moveTo>
                <a:lnTo>
                  <a:pt x="16672474" y="0"/>
                </a:lnTo>
                <a:lnTo>
                  <a:pt x="16672474" y="8905046"/>
                </a:lnTo>
                <a:lnTo>
                  <a:pt x="0" y="89050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2" name="Freeform 5"/>
          <p:cNvSpPr/>
          <p:nvPr/>
        </p:nvSpPr>
        <p:spPr>
          <a:xfrm>
            <a:off x="2385360" y="2779200"/>
            <a:ext cx="13516200" cy="4637520"/>
          </a:xfrm>
          <a:custGeom>
            <a:avLst/>
            <a:gdLst>
              <a:gd name="textAreaLeft" fmla="*/ 0 w 13516200"/>
              <a:gd name="textAreaRight" fmla="*/ 13516920 w 13516200"/>
              <a:gd name="textAreaTop" fmla="*/ 0 h 4637520"/>
              <a:gd name="textAreaBottom" fmla="*/ 4638240 h 4637520"/>
            </a:gdLst>
            <a:ahLst/>
            <a:rect l="textAreaLeft" t="textAreaTop" r="textAreaRight" b="textAreaBottom"/>
            <a:pathLst>
              <a:path w="13516937" h="4638332">
                <a:moveTo>
                  <a:pt x="0" y="0"/>
                </a:moveTo>
                <a:lnTo>
                  <a:pt x="13516937" y="0"/>
                </a:lnTo>
                <a:lnTo>
                  <a:pt x="13516937" y="4638332"/>
                </a:lnTo>
                <a:lnTo>
                  <a:pt x="0" y="46383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313" name="Group 6"/>
          <p:cNvGrpSpPr/>
          <p:nvPr/>
        </p:nvGrpSpPr>
        <p:grpSpPr>
          <a:xfrm>
            <a:off x="6901560" y="4728960"/>
            <a:ext cx="4042440" cy="738360"/>
            <a:chOff x="6901560" y="4728960"/>
            <a:chExt cx="4042440" cy="738360"/>
          </a:xfrm>
        </p:grpSpPr>
        <p:sp>
          <p:nvSpPr>
            <p:cNvPr id="314" name="Freeform 7"/>
            <p:cNvSpPr/>
            <p:nvPr/>
          </p:nvSpPr>
          <p:spPr>
            <a:xfrm>
              <a:off x="6901560" y="4728960"/>
              <a:ext cx="4042440" cy="738360"/>
            </a:xfrm>
            <a:custGeom>
              <a:avLst/>
              <a:gdLst>
                <a:gd name="textAreaLeft" fmla="*/ 0 w 4042440"/>
                <a:gd name="textAreaRight" fmla="*/ 4043160 w 4042440"/>
                <a:gd name="textAreaTop" fmla="*/ 0 h 738360"/>
                <a:gd name="textAreaBottom" fmla="*/ 739080 h 738360"/>
              </a:gdLst>
              <a:ahLst/>
              <a:rect l="textAreaLeft" t="textAreaTop" r="textAreaRight" b="textAreaBottom"/>
              <a:pathLst>
                <a:path w="5390642" h="985266">
                  <a:moveTo>
                    <a:pt x="0" y="0"/>
                  </a:moveTo>
                  <a:lnTo>
                    <a:pt x="5390642" y="0"/>
                  </a:lnTo>
                  <a:lnTo>
                    <a:pt x="5390642" y="985266"/>
                  </a:lnTo>
                  <a:lnTo>
                    <a:pt x="0" y="98526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DAG8hvPvLVw</dc:identifier>
  <dc:language>ko-KR</dc:language>
  <cp:lastModifiedBy/>
  <dcterms:modified xsi:type="dcterms:W3CDTF">2025-12-25T23:33:49Z</dcterms:modified>
  <cp:revision>6</cp:revision>
  <dc:subject/>
  <dc:title>251226_14기_광주_5반_관통PJT_정관우_차지훈.pptx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